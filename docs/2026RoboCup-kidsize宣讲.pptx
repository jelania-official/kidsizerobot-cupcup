
<file path=[Content_Types].xml><?xml version="1.0" encoding="utf-8"?>
<Types xmlns="http://schemas.openxmlformats.org/package/2006/content-types">
  <Default Extension="png" ContentType="image/png"/>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8" r:id="rId3"/>
  </p:sldMasterIdLst>
  <p:notesMasterIdLst>
    <p:notesMasterId r:id="rId5"/>
  </p:notesMasterIdLst>
  <p:handoutMasterIdLst>
    <p:handoutMasterId r:id="rId20"/>
  </p:handoutMasterIdLst>
  <p:sldIdLst>
    <p:sldId id="523" r:id="rId4"/>
    <p:sldId id="522" r:id="rId6"/>
    <p:sldId id="553" r:id="rId7"/>
    <p:sldId id="537" r:id="rId8"/>
    <p:sldId id="548" r:id="rId9"/>
    <p:sldId id="540" r:id="rId10"/>
    <p:sldId id="550" r:id="rId11"/>
    <p:sldId id="538" r:id="rId12"/>
    <p:sldId id="544" r:id="rId13"/>
    <p:sldId id="545" r:id="rId14"/>
    <p:sldId id="546" r:id="rId15"/>
    <p:sldId id="554" r:id="rId16"/>
    <p:sldId id="555" r:id="rId17"/>
    <p:sldId id="552" r:id="rId18"/>
    <p:sldId id="547" r:id="rId19"/>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73" userDrawn="1">
          <p15:clr>
            <a:srgbClr val="A4A3A4"/>
          </p15:clr>
        </p15:guide>
        <p15:guide id="2" pos="3840" userDrawn="1">
          <p15:clr>
            <a:srgbClr val="A4A3A4"/>
          </p15:clr>
        </p15:guide>
        <p15:guide id="3" pos="1050" userDrawn="1">
          <p15:clr>
            <a:srgbClr val="A4A3A4"/>
          </p15:clr>
        </p15:guide>
        <p15:guide id="4" pos="6630" userDrawn="1">
          <p15:clr>
            <a:srgbClr val="A4A3A4"/>
          </p15:clr>
        </p15:guide>
        <p15:guide id="5" orient="horz" pos="648" userDrawn="1">
          <p15:clr>
            <a:srgbClr val="A4A3A4"/>
          </p15:clr>
        </p15:guide>
        <p15:guide id="6" orient="horz" pos="731" userDrawn="1">
          <p15:clr>
            <a:srgbClr val="A4A3A4"/>
          </p15:clr>
        </p15:guide>
        <p15:guide id="7" orient="horz" pos="3952" userDrawn="1">
          <p15:clr>
            <a:srgbClr val="A4A3A4"/>
          </p15:clr>
        </p15:guide>
        <p15:guide id="8" orient="horz" pos="383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叶 丁" initials="叶"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17222"/>
    <a:srgbClr val="515223"/>
    <a:srgbClr val="4B7D2B"/>
    <a:srgbClr val="FECD54"/>
    <a:srgbClr val="9A8B3D"/>
    <a:srgbClr val="141213"/>
    <a:srgbClr val="D3D1D2"/>
    <a:srgbClr val="565656"/>
    <a:srgbClr val="999999"/>
    <a:srgbClr val="FFF2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89" autoAdjust="0"/>
    <p:restoredTop sz="85885" autoAdjust="0"/>
  </p:normalViewPr>
  <p:slideViewPr>
    <p:cSldViewPr snapToGrid="0" showGuides="1">
      <p:cViewPr varScale="1">
        <p:scale>
          <a:sx n="69" d="100"/>
          <a:sy n="69" d="100"/>
        </p:scale>
        <p:origin x="1195" y="77"/>
      </p:cViewPr>
      <p:guideLst>
        <p:guide orient="horz" pos="2273"/>
        <p:guide pos="3840"/>
        <p:guide pos="1050"/>
        <p:guide pos="6630"/>
        <p:guide orient="horz" pos="648"/>
        <p:guide orient="horz" pos="731"/>
        <p:guide orient="horz" pos="3952"/>
        <p:guide orient="horz" pos="3838"/>
      </p:guideLst>
    </p:cSldViewPr>
  </p:slideViewPr>
  <p:outlineViewPr>
    <p:cViewPr>
      <p:scale>
        <a:sx n="33" d="100"/>
        <a:sy n="33" d="100"/>
      </p:scale>
      <p:origin x="0" y="0"/>
    </p:cViewPr>
  </p:outlineViewPr>
  <p:notesTextViewPr>
    <p:cViewPr>
      <p:scale>
        <a:sx n="1" d="1"/>
        <a:sy n="1" d="1"/>
      </p:scale>
      <p:origin x="0" y="0"/>
    </p:cViewPr>
  </p:notesTextViewPr>
  <p:sorterViewPr>
    <p:cViewPr>
      <p:scale>
        <a:sx n="122" d="100"/>
        <a:sy n="122" d="100"/>
      </p:scale>
      <p:origin x="0" y="-1392"/>
    </p:cViewPr>
  </p:sorterViewPr>
  <p:notesViewPr>
    <p:cSldViewPr snapToGrid="0">
      <p:cViewPr varScale="1">
        <p:scale>
          <a:sx n="84" d="100"/>
          <a:sy n="84" d="100"/>
        </p:scale>
        <p:origin x="3960" y="192"/>
      </p:cViewPr>
      <p:guideLst/>
    </p:cSldViewPr>
  </p:notesViewPr>
  <p:gridSpacing cx="46800" cy="468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5" Type="http://schemas.openxmlformats.org/officeDocument/2006/relationships/tags" Target="tags/tag1.xml"/><Relationship Id="rId24" Type="http://schemas.openxmlformats.org/officeDocument/2006/relationships/commentAuthors" Target="commentAuthors.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01325C-51CE-41A1-8630-1A52C13085BB}"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E7E3C29-C726-4695-AB77-50247DBF3DA6}"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3B8505-E7BC-4327-812D-12C5E82484F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71B729-817F-448C-AF52-5327A956947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50000"/>
              </a:lnSpc>
              <a:buFont typeface="Arial" panose="020B0604020202020204" pitchFamily="34" charset="0"/>
              <a:buNone/>
            </a:pPr>
            <a:endParaRPr kumimoji="1" lang="zh-CN" altLang="en-US" dirty="0">
              <a:latin typeface="+mn-ea"/>
              <a:cs typeface="Arial" panose="020B0604020202020204" pitchFamily="34" charset="0"/>
            </a:endParaRPr>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幻灯片1">
    <p:bg>
      <p:bgPr>
        <a:solidFill>
          <a:schemeClr val="bg1"/>
        </a:solidFill>
        <a:effectLst/>
      </p:bgPr>
    </p:bg>
    <p:spTree>
      <p:nvGrpSpPr>
        <p:cNvPr id="1" name=""/>
        <p:cNvGrpSpPr/>
        <p:nvPr/>
      </p:nvGrpSpPr>
      <p:grpSpPr>
        <a:xfrm>
          <a:off x="0" y="0"/>
          <a:ext cx="0" cy="0"/>
          <a:chOff x="0" y="0"/>
          <a:chExt cx="0" cy="0"/>
        </a:xfrm>
      </p:grpSpPr>
      <p:sp>
        <p:nvSpPr>
          <p:cNvPr id="47" name="箭头: 五边形 46"/>
          <p:cNvSpPr/>
          <p:nvPr userDrawn="1"/>
        </p:nvSpPr>
        <p:spPr>
          <a:xfrm rot="5400000">
            <a:off x="-1070579" y="2025798"/>
            <a:ext cx="6858002" cy="2806406"/>
          </a:xfrm>
          <a:prstGeom prst="homePlate">
            <a:avLst>
              <a:gd name="adj" fmla="val 32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solidFill>
            </a:endParaRPr>
          </a:p>
        </p:txBody>
      </p:sp>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3142" y="2263721"/>
            <a:ext cx="2330560" cy="233056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版式">
    <p:bg>
      <p:bgPr>
        <a:solidFill>
          <a:schemeClr val="bg1"/>
        </a:solidFill>
        <a:effectLst/>
      </p:bgPr>
    </p:bg>
    <p:spTree>
      <p:nvGrpSpPr>
        <p:cNvPr id="1" name=""/>
        <p:cNvGrpSpPr/>
        <p:nvPr/>
      </p:nvGrpSpPr>
      <p:grpSpPr>
        <a:xfrm>
          <a:off x="0" y="0"/>
          <a:ext cx="0" cy="0"/>
          <a:chOff x="0" y="0"/>
          <a:chExt cx="0" cy="0"/>
        </a:xfrm>
      </p:grpSpPr>
      <p:sp>
        <p:nvSpPr>
          <p:cNvPr id="85" name="任意多边形: 形状 84"/>
          <p:cNvSpPr/>
          <p:nvPr userDrawn="1"/>
        </p:nvSpPr>
        <p:spPr bwMode="auto">
          <a:xfrm rot="5400000">
            <a:off x="4539448" y="-380490"/>
            <a:ext cx="3113105" cy="2609911"/>
          </a:xfrm>
          <a:custGeom>
            <a:avLst/>
            <a:gdLst>
              <a:gd name="connsiteX0" fmla="*/ 0 w 3113105"/>
              <a:gd name="connsiteY0" fmla="*/ 2609911 h 2609911"/>
              <a:gd name="connsiteX1" fmla="*/ 0 w 3113105"/>
              <a:gd name="connsiteY1" fmla="*/ 0 h 2609911"/>
              <a:gd name="connsiteX2" fmla="*/ 2301594 w 3113105"/>
              <a:gd name="connsiteY2" fmla="*/ 0 h 2609911"/>
              <a:gd name="connsiteX3" fmla="*/ 3113105 w 3113105"/>
              <a:gd name="connsiteY3" fmla="*/ 1304956 h 2609911"/>
              <a:gd name="connsiteX4" fmla="*/ 2301594 w 3113105"/>
              <a:gd name="connsiteY4" fmla="*/ 2609910 h 2609911"/>
              <a:gd name="connsiteX5" fmla="*/ 2301594 w 3113105"/>
              <a:gd name="connsiteY5" fmla="*/ 2609911 h 260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13105" h="2609911">
                <a:moveTo>
                  <a:pt x="0" y="2609911"/>
                </a:moveTo>
                <a:lnTo>
                  <a:pt x="0" y="0"/>
                </a:lnTo>
                <a:lnTo>
                  <a:pt x="2301594" y="0"/>
                </a:lnTo>
                <a:lnTo>
                  <a:pt x="3113105" y="1304956"/>
                </a:lnTo>
                <a:lnTo>
                  <a:pt x="2301594" y="2609910"/>
                </a:lnTo>
                <a:lnTo>
                  <a:pt x="2301594" y="2609911"/>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dirty="0">
              <a:solidFill>
                <a:schemeClr val="bg1"/>
              </a:solidFill>
              <a:cs typeface="+mn-ea"/>
              <a:sym typeface="+mn-lt"/>
            </a:endParaRPr>
          </a:p>
        </p:txBody>
      </p:sp>
      <p:sp>
        <p:nvSpPr>
          <p:cNvPr id="86" name="文本框 85"/>
          <p:cNvSpPr txBox="1"/>
          <p:nvPr userDrawn="1"/>
        </p:nvSpPr>
        <p:spPr>
          <a:xfrm>
            <a:off x="5127626" y="543216"/>
            <a:ext cx="1936749" cy="1174168"/>
          </a:xfrm>
          <a:prstGeom prst="rect">
            <a:avLst/>
          </a:prstGeom>
          <a:noFill/>
        </p:spPr>
        <p:txBody>
          <a:bodyPr wrap="none" rtlCol="0">
            <a:spAutoFit/>
          </a:bodyPr>
          <a:lstStyle/>
          <a:p>
            <a:pPr>
              <a:lnSpc>
                <a:spcPct val="130000"/>
              </a:lnSpc>
            </a:pPr>
            <a:r>
              <a:rPr lang="zh-CN" altLang="en-US" sz="6000" dirty="0">
                <a:solidFill>
                  <a:schemeClr val="bg1"/>
                </a:solidFill>
                <a:cs typeface="+mn-ea"/>
                <a:sym typeface="+mn-lt"/>
              </a:rPr>
              <a:t>目 录</a:t>
            </a:r>
            <a:endParaRPr lang="zh-CN" altLang="en-US" sz="6000" dirty="0">
              <a:solidFill>
                <a:schemeClr val="bg1"/>
              </a:solidFill>
              <a:cs typeface="+mn-ea"/>
              <a:sym typeface="+mn-lt"/>
            </a:endParaRPr>
          </a:p>
        </p:txBody>
      </p:sp>
      <p:sp>
        <p:nvSpPr>
          <p:cNvPr id="87" name="任意多边形: 形状 86"/>
          <p:cNvSpPr/>
          <p:nvPr userDrawn="1"/>
        </p:nvSpPr>
        <p:spPr bwMode="auto">
          <a:xfrm rot="5400000">
            <a:off x="4384812" y="-485285"/>
            <a:ext cx="3422377" cy="3128773"/>
          </a:xfrm>
          <a:custGeom>
            <a:avLst/>
            <a:gdLst>
              <a:gd name="connsiteX0" fmla="*/ 0 w 3422377"/>
              <a:gd name="connsiteY0" fmla="*/ 3128773 h 3128773"/>
              <a:gd name="connsiteX1" fmla="*/ 0 w 3422377"/>
              <a:gd name="connsiteY1" fmla="*/ 0 h 3128773"/>
              <a:gd name="connsiteX2" fmla="*/ 2449535 w 3422377"/>
              <a:gd name="connsiteY2" fmla="*/ 0 h 3128773"/>
              <a:gd name="connsiteX3" fmla="*/ 3422377 w 3422377"/>
              <a:gd name="connsiteY3" fmla="*/ 1564387 h 3128773"/>
              <a:gd name="connsiteX4" fmla="*/ 2449535 w 3422377"/>
              <a:gd name="connsiteY4" fmla="*/ 3128772 h 3128773"/>
              <a:gd name="connsiteX5" fmla="*/ 2449535 w 3422377"/>
              <a:gd name="connsiteY5" fmla="*/ 3128773 h 3128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2377" h="3128773">
                <a:moveTo>
                  <a:pt x="0" y="3128773"/>
                </a:moveTo>
                <a:lnTo>
                  <a:pt x="0" y="0"/>
                </a:lnTo>
                <a:lnTo>
                  <a:pt x="2449535" y="0"/>
                </a:lnTo>
                <a:lnTo>
                  <a:pt x="3422377" y="1564387"/>
                </a:lnTo>
                <a:lnTo>
                  <a:pt x="2449535" y="3128772"/>
                </a:lnTo>
                <a:lnTo>
                  <a:pt x="2449535" y="3128773"/>
                </a:lnTo>
                <a:close/>
              </a:path>
            </a:pathLst>
          </a:custGeom>
          <a:noFill/>
          <a:ln w="12700">
            <a:solidFill>
              <a:schemeClr val="accent1"/>
            </a:solidFill>
            <a:prstDash val="lgDash"/>
          </a:ln>
          <a:effectLst/>
        </p:spPr>
        <p:txBody>
          <a:bodyPr vert="horz" wrap="square" lIns="91440" tIns="45720" rIns="91440" bIns="45720" numCol="1" anchor="ctr" anchorCtr="0" compatLnSpc="1">
            <a:noAutofit/>
          </a:bodyPr>
          <a:lstStyle/>
          <a:p>
            <a:pPr algn="ctr">
              <a:lnSpc>
                <a:spcPct val="130000"/>
              </a:lnSpc>
            </a:pPr>
            <a:endParaRPr lang="en-US" sz="4000" dirty="0">
              <a:solidFill>
                <a:schemeClr val="bg1"/>
              </a:solidFill>
              <a:cs typeface="+mn-ea"/>
              <a:sym typeface="+mn-lt"/>
            </a:endParaRPr>
          </a:p>
        </p:txBody>
      </p:sp>
      <p:pic>
        <p:nvPicPr>
          <p:cNvPr id="89" name="图片 88"/>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3429000" y="0"/>
            <a:ext cx="6858000" cy="6858000"/>
          </a:xfrm>
          <a:prstGeom prst="rect">
            <a:avLst/>
          </a:prstGeom>
        </p:spPr>
      </p:pic>
      <p:pic>
        <p:nvPicPr>
          <p:cNvPr id="90" name="图片 89"/>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8763000" y="0"/>
            <a:ext cx="6858000"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转场-短标题1">
    <p:spTree>
      <p:nvGrpSpPr>
        <p:cNvPr id="1" name=""/>
        <p:cNvGrpSpPr/>
        <p:nvPr/>
      </p:nvGrpSpPr>
      <p:grpSpPr>
        <a:xfrm>
          <a:off x="0" y="0"/>
          <a:ext cx="0" cy="0"/>
          <a:chOff x="0" y="0"/>
          <a:chExt cx="0" cy="0"/>
        </a:xfrm>
      </p:grpSpPr>
      <p:sp>
        <p:nvSpPr>
          <p:cNvPr id="6" name="椭圆 5"/>
          <p:cNvSpPr/>
          <p:nvPr userDrawn="1"/>
        </p:nvSpPr>
        <p:spPr>
          <a:xfrm>
            <a:off x="3997387" y="1330387"/>
            <a:ext cx="4197226" cy="419722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框 6"/>
          <p:cNvSpPr txBox="1"/>
          <p:nvPr userDrawn="1"/>
        </p:nvSpPr>
        <p:spPr>
          <a:xfrm>
            <a:off x="5093161" y="3044279"/>
            <a:ext cx="2005677" cy="769441"/>
          </a:xfrm>
          <a:prstGeom prst="rect">
            <a:avLst/>
          </a:prstGeom>
          <a:noFill/>
        </p:spPr>
        <p:txBody>
          <a:bodyPr wrap="none" rtlCol="0">
            <a:spAutoFit/>
          </a:bodyPr>
          <a:lstStyle/>
          <a:p>
            <a:r>
              <a:rPr lang="en-US" altLang="zh-CN" sz="4400" dirty="0">
                <a:solidFill>
                  <a:schemeClr val="bg1"/>
                </a:solidFill>
                <a:latin typeface="Arial" panose="020B0604020202020204" pitchFamily="34" charset="0"/>
                <a:cs typeface="Arial" panose="020B0604020202020204" pitchFamily="34" charset="0"/>
              </a:rPr>
              <a:t>Part 01</a:t>
            </a:r>
            <a:endParaRPr lang="zh-CN" altLang="en-US" sz="4400" dirty="0">
              <a:solidFill>
                <a:schemeClr val="bg1"/>
              </a:solidFill>
              <a:latin typeface="Arial" panose="020B0604020202020204" pitchFamily="34" charset="0"/>
              <a:cs typeface="Arial" panose="020B0604020202020204"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椭圆 9"/>
          <p:cNvSpPr/>
          <p:nvPr userDrawn="1"/>
        </p:nvSpPr>
        <p:spPr>
          <a:xfrm>
            <a:off x="3775702" y="1108702"/>
            <a:ext cx="4640596" cy="4640596"/>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a:off x="9613900" y="5273613"/>
            <a:ext cx="764381" cy="76438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userDrawn="1"/>
        </p:nvSpPr>
        <p:spPr>
          <a:xfrm>
            <a:off x="2209800" y="6134100"/>
            <a:ext cx="1130300" cy="11303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10818188" y="-911691"/>
            <a:ext cx="2092326" cy="2092326"/>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1048048" y="-250249"/>
            <a:ext cx="2861767" cy="286176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占位符 16"/>
          <p:cNvSpPr>
            <a:spLocks noGrp="1"/>
          </p:cNvSpPr>
          <p:nvPr>
            <p:ph type="body" sz="quarter" idx="10" hasCustomPrompt="1"/>
          </p:nvPr>
        </p:nvSpPr>
        <p:spPr>
          <a:xfrm>
            <a:off x="4098000" y="3951320"/>
            <a:ext cx="3996000" cy="914400"/>
          </a:xfrm>
        </p:spPr>
        <p:txBody>
          <a:bodyPr anchor="ctr" anchorCtr="0">
            <a:normAutofit/>
          </a:bodyPr>
          <a:lstStyle>
            <a:lvl1pPr marL="0" indent="0" algn="ctr">
              <a:buNone/>
              <a:defRPr sz="2800">
                <a:solidFill>
                  <a:schemeClr val="bg1"/>
                </a:solidFill>
              </a:defRPr>
            </a:lvl1pPr>
          </a:lstStyle>
          <a:p>
            <a:pPr lvl="0"/>
            <a:r>
              <a:rPr lang="zh-CN" altLang="en-US" dirty="0"/>
              <a:t>编辑母版文本样式</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转场-短标题2">
    <p:spTree>
      <p:nvGrpSpPr>
        <p:cNvPr id="1" name=""/>
        <p:cNvGrpSpPr/>
        <p:nvPr/>
      </p:nvGrpSpPr>
      <p:grpSpPr>
        <a:xfrm>
          <a:off x="0" y="0"/>
          <a:ext cx="0" cy="0"/>
          <a:chOff x="0" y="0"/>
          <a:chExt cx="0" cy="0"/>
        </a:xfrm>
      </p:grpSpPr>
      <p:sp>
        <p:nvSpPr>
          <p:cNvPr id="6" name="等腰三角形 5"/>
          <p:cNvSpPr/>
          <p:nvPr userDrawn="1"/>
        </p:nvSpPr>
        <p:spPr>
          <a:xfrm>
            <a:off x="4000500" y="1050677"/>
            <a:ext cx="4191000" cy="409786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userDrawn="1"/>
        </p:nvSpPr>
        <p:spPr>
          <a:xfrm>
            <a:off x="5093162" y="3044279"/>
            <a:ext cx="2005677" cy="769441"/>
          </a:xfrm>
          <a:prstGeom prst="rect">
            <a:avLst/>
          </a:prstGeom>
          <a:noFill/>
        </p:spPr>
        <p:txBody>
          <a:bodyPr wrap="none" rtlCol="0">
            <a:spAutoFit/>
          </a:bodyPr>
          <a:lstStyle/>
          <a:p>
            <a:r>
              <a:rPr lang="en-US" altLang="zh-CN" sz="4400" dirty="0">
                <a:solidFill>
                  <a:schemeClr val="bg1"/>
                </a:solidFill>
                <a:latin typeface="+mj-lt"/>
                <a:cs typeface="Segoe UI" panose="020B0502040204020203" pitchFamily="34" charset="0"/>
              </a:rPr>
              <a:t>Part 02</a:t>
            </a:r>
            <a:endParaRPr lang="zh-CN" altLang="en-US" sz="4400" dirty="0">
              <a:solidFill>
                <a:schemeClr val="bg1"/>
              </a:solidFill>
              <a:latin typeface="+mj-lt"/>
              <a:cs typeface="Segoe UI" panose="020B0502040204020203"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等腰三角形 8"/>
          <p:cNvSpPr/>
          <p:nvPr userDrawn="1"/>
        </p:nvSpPr>
        <p:spPr>
          <a:xfrm>
            <a:off x="3564087" y="505131"/>
            <a:ext cx="5063826" cy="4951296"/>
          </a:xfrm>
          <a:prstGeom prst="triangle">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rot="10800000">
            <a:off x="1390650" y="6496115"/>
            <a:ext cx="1493560" cy="1460370"/>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11153775" y="1013971"/>
            <a:ext cx="2076450" cy="2030307"/>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userDrawn="1"/>
        </p:nvSpPr>
        <p:spPr>
          <a:xfrm rot="10800000">
            <a:off x="-414337" y="-187450"/>
            <a:ext cx="2386788" cy="2333749"/>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userDrawn="1"/>
        </p:nvSpPr>
        <p:spPr>
          <a:xfrm rot="5400000">
            <a:off x="9449232" y="5270665"/>
            <a:ext cx="883117" cy="863492"/>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占位符 17"/>
          <p:cNvSpPr>
            <a:spLocks noGrp="1"/>
          </p:cNvSpPr>
          <p:nvPr>
            <p:ph type="body" sz="quarter" idx="11" hasCustomPrompt="1"/>
          </p:nvPr>
        </p:nvSpPr>
        <p:spPr>
          <a:xfrm>
            <a:off x="4098000" y="3959372"/>
            <a:ext cx="3996000" cy="914400"/>
          </a:xfrm>
        </p:spPr>
        <p:txBody>
          <a:bodyPr anchor="ctr" anchorCtr="0"/>
          <a:lstStyle>
            <a:lvl1pPr marL="0" indent="0" algn="ctr">
              <a:buNone/>
              <a:defRPr>
                <a:solidFill>
                  <a:schemeClr val="bg1"/>
                </a:solidFill>
              </a:defRPr>
            </a:lvl1pPr>
            <a:lvl3pPr marL="914400" indent="0">
              <a:buNone/>
              <a:defRPr/>
            </a:lvl3pPr>
          </a:lstStyle>
          <a:p>
            <a:pPr lvl="0"/>
            <a:r>
              <a:rPr lang="zh-CN" altLang="en-US" dirty="0"/>
              <a:t>编辑母版文本样式</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转场-短标题3">
    <p:spTree>
      <p:nvGrpSpPr>
        <p:cNvPr id="1" name=""/>
        <p:cNvGrpSpPr/>
        <p:nvPr/>
      </p:nvGrpSpPr>
      <p:grpSpPr>
        <a:xfrm>
          <a:off x="0" y="0"/>
          <a:ext cx="0" cy="0"/>
          <a:chOff x="0" y="0"/>
          <a:chExt cx="0" cy="0"/>
        </a:xfrm>
      </p:grpSpPr>
      <p:sp>
        <p:nvSpPr>
          <p:cNvPr id="6" name="矩形 5"/>
          <p:cNvSpPr/>
          <p:nvPr userDrawn="1"/>
        </p:nvSpPr>
        <p:spPr>
          <a:xfrm rot="18893364">
            <a:off x="4380710" y="1706822"/>
            <a:ext cx="3444573" cy="34445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userDrawn="1"/>
        </p:nvSpPr>
        <p:spPr>
          <a:xfrm rot="18893364">
            <a:off x="4161891" y="1495013"/>
            <a:ext cx="3868219" cy="3868219"/>
          </a:xfrm>
          <a:prstGeom prst="rect">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userDrawn="1"/>
        </p:nvSpPr>
        <p:spPr>
          <a:xfrm>
            <a:off x="5093162" y="3044279"/>
            <a:ext cx="2005677" cy="769441"/>
          </a:xfrm>
          <a:prstGeom prst="rect">
            <a:avLst/>
          </a:prstGeom>
          <a:noFill/>
        </p:spPr>
        <p:txBody>
          <a:bodyPr wrap="none" rtlCol="0">
            <a:spAutoFit/>
          </a:bodyPr>
          <a:lstStyle/>
          <a:p>
            <a:r>
              <a:rPr lang="en-US" altLang="zh-CN" sz="4400" dirty="0">
                <a:solidFill>
                  <a:schemeClr val="bg1"/>
                </a:solidFill>
                <a:latin typeface="+mj-lt"/>
                <a:cs typeface="Segoe UI" panose="020B0502040204020203" pitchFamily="34" charset="0"/>
              </a:rPr>
              <a:t>Part 03</a:t>
            </a:r>
            <a:endParaRPr lang="zh-CN" altLang="en-US" sz="4400" dirty="0">
              <a:solidFill>
                <a:schemeClr val="bg1"/>
              </a:solidFill>
              <a:latin typeface="+mj-lt"/>
              <a:cs typeface="Segoe UI" panose="020B0502040204020203"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矩形 9"/>
          <p:cNvSpPr/>
          <p:nvPr userDrawn="1"/>
        </p:nvSpPr>
        <p:spPr>
          <a:xfrm rot="18893364">
            <a:off x="-897505" y="-513190"/>
            <a:ext cx="2663805" cy="2663805"/>
          </a:xfrm>
          <a:prstGeom prst="rect">
            <a:avLst/>
          </a:prstGeom>
          <a:solidFill>
            <a:srgbClr val="A4A8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rot="18893364">
            <a:off x="725976" y="6497388"/>
            <a:ext cx="1300124" cy="1300124"/>
          </a:xfrm>
          <a:prstGeom prst="rect">
            <a:avLst/>
          </a:prstGeom>
          <a:solidFill>
            <a:srgbClr val="C3C7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nvSpPr>
        <p:spPr>
          <a:xfrm rot="18893364">
            <a:off x="11407699" y="1261300"/>
            <a:ext cx="1568601" cy="1568601"/>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nvSpPr>
        <p:spPr>
          <a:xfrm rot="18893364">
            <a:off x="9270159" y="5188596"/>
            <a:ext cx="861175" cy="861175"/>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占位符 16"/>
          <p:cNvSpPr>
            <a:spLocks noGrp="1"/>
          </p:cNvSpPr>
          <p:nvPr userDrawn="1">
            <p:ph type="body" sz="quarter" idx="10" hasCustomPrompt="1"/>
          </p:nvPr>
        </p:nvSpPr>
        <p:spPr>
          <a:xfrm>
            <a:off x="4098000" y="3947897"/>
            <a:ext cx="3996000" cy="914400"/>
          </a:xfrm>
        </p:spPr>
        <p:txBody>
          <a:bodyPr anchor="ctr" anchorCtr="0"/>
          <a:lstStyle>
            <a:lvl1pPr marL="0" indent="0" algn="ctr">
              <a:buNone/>
              <a:defRPr>
                <a:solidFill>
                  <a:schemeClr val="bg1"/>
                </a:solidFill>
              </a:defRPr>
            </a:lvl1pPr>
            <a:lvl2pPr marL="457200" indent="0">
              <a:buNone/>
              <a:defRPr/>
            </a:lvl2pPr>
          </a:lstStyle>
          <a:p>
            <a:pPr lvl="0"/>
            <a:r>
              <a:rPr lang="zh-CN" altLang="en-US" dirty="0"/>
              <a:t>编辑母版文本样式</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转场-短标题4">
    <p:spTree>
      <p:nvGrpSpPr>
        <p:cNvPr id="1" name=""/>
        <p:cNvGrpSpPr/>
        <p:nvPr/>
      </p:nvGrpSpPr>
      <p:grpSpPr>
        <a:xfrm>
          <a:off x="0" y="0"/>
          <a:ext cx="0" cy="0"/>
          <a:chOff x="0" y="0"/>
          <a:chExt cx="0" cy="0"/>
        </a:xfrm>
      </p:grpSpPr>
      <p:sp>
        <p:nvSpPr>
          <p:cNvPr id="6" name="五边形 5"/>
          <p:cNvSpPr>
            <a:spLocks noChangeAspect="1"/>
          </p:cNvSpPr>
          <p:nvPr userDrawn="1"/>
        </p:nvSpPr>
        <p:spPr>
          <a:xfrm>
            <a:off x="3870642" y="1106412"/>
            <a:ext cx="4450715" cy="4238776"/>
          </a:xfrm>
          <a:prstGeom prst="pen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userDrawn="1"/>
        </p:nvSpPr>
        <p:spPr>
          <a:xfrm>
            <a:off x="5093162" y="3044279"/>
            <a:ext cx="2005677" cy="769441"/>
          </a:xfrm>
          <a:prstGeom prst="rect">
            <a:avLst/>
          </a:prstGeom>
          <a:noFill/>
        </p:spPr>
        <p:txBody>
          <a:bodyPr wrap="none" rtlCol="0">
            <a:spAutoFit/>
          </a:bodyPr>
          <a:lstStyle/>
          <a:p>
            <a:r>
              <a:rPr lang="en-US" altLang="zh-CN" sz="4400" dirty="0">
                <a:solidFill>
                  <a:schemeClr val="bg1"/>
                </a:solidFill>
                <a:latin typeface="+mj-lt"/>
                <a:cs typeface="Segoe UI" panose="020B0502040204020203" pitchFamily="34" charset="0"/>
              </a:rPr>
              <a:t>Part 04</a:t>
            </a:r>
            <a:endParaRPr lang="zh-CN" altLang="en-US" sz="4400" dirty="0">
              <a:solidFill>
                <a:schemeClr val="bg1"/>
              </a:solidFill>
              <a:latin typeface="+mj-lt"/>
              <a:cs typeface="Segoe UI" panose="020B0502040204020203"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五边形 8"/>
          <p:cNvSpPr>
            <a:spLocks noChangeAspect="1"/>
          </p:cNvSpPr>
          <p:nvPr userDrawn="1"/>
        </p:nvSpPr>
        <p:spPr>
          <a:xfrm>
            <a:off x="3575685" y="806045"/>
            <a:ext cx="5040628" cy="4800598"/>
          </a:xfrm>
          <a:prstGeom prst="pentagon">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五边形 9"/>
          <p:cNvSpPr>
            <a:spLocks noChangeAspect="1"/>
          </p:cNvSpPr>
          <p:nvPr userDrawn="1"/>
        </p:nvSpPr>
        <p:spPr>
          <a:xfrm rot="18978551">
            <a:off x="1199607" y="5189314"/>
            <a:ext cx="1114961" cy="1061868"/>
          </a:xfrm>
          <a:prstGeom prst="pentagon">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五边形 10"/>
          <p:cNvSpPr>
            <a:spLocks noChangeAspect="1"/>
          </p:cNvSpPr>
          <p:nvPr userDrawn="1"/>
        </p:nvSpPr>
        <p:spPr>
          <a:xfrm>
            <a:off x="-1122630" y="516786"/>
            <a:ext cx="2245259" cy="2138343"/>
          </a:xfrm>
          <a:prstGeom prst="pentagon">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五边形 11"/>
          <p:cNvSpPr>
            <a:spLocks noChangeAspect="1"/>
          </p:cNvSpPr>
          <p:nvPr userDrawn="1"/>
        </p:nvSpPr>
        <p:spPr>
          <a:xfrm rot="6589711">
            <a:off x="10153440" y="4944146"/>
            <a:ext cx="2774574" cy="2642453"/>
          </a:xfrm>
          <a:prstGeom prst="pentagon">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五边形 12"/>
          <p:cNvSpPr>
            <a:spLocks noChangeAspect="1"/>
          </p:cNvSpPr>
          <p:nvPr userDrawn="1"/>
        </p:nvSpPr>
        <p:spPr>
          <a:xfrm rot="10800000">
            <a:off x="9654125" y="-530934"/>
            <a:ext cx="1114961" cy="1061868"/>
          </a:xfrm>
          <a:prstGeom prst="pentagon">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占位符 16"/>
          <p:cNvSpPr>
            <a:spLocks noGrp="1"/>
          </p:cNvSpPr>
          <p:nvPr>
            <p:ph type="body" sz="quarter" idx="10" hasCustomPrompt="1"/>
          </p:nvPr>
        </p:nvSpPr>
        <p:spPr>
          <a:xfrm>
            <a:off x="4098000" y="3947897"/>
            <a:ext cx="3996000" cy="914400"/>
          </a:xfrm>
        </p:spPr>
        <p:txBody>
          <a:bodyPr anchor="ctr" anchorCtr="0"/>
          <a:lstStyle>
            <a:lvl1pPr marL="0" indent="0" algn="ctr">
              <a:buNone/>
              <a:defRPr>
                <a:solidFill>
                  <a:schemeClr val="bg1"/>
                </a:solidFill>
              </a:defRPr>
            </a:lvl1pPr>
          </a:lstStyle>
          <a:p>
            <a:pPr lvl="0"/>
            <a:r>
              <a:rPr lang="zh-CN" altLang="en-US" dirty="0"/>
              <a:t>编辑母版文本样式</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转场-短标题5">
    <p:spTree>
      <p:nvGrpSpPr>
        <p:cNvPr id="1" name=""/>
        <p:cNvGrpSpPr/>
        <p:nvPr/>
      </p:nvGrpSpPr>
      <p:grpSpPr>
        <a:xfrm>
          <a:off x="0" y="0"/>
          <a:ext cx="0" cy="0"/>
          <a:chOff x="0" y="0"/>
          <a:chExt cx="0" cy="0"/>
        </a:xfrm>
      </p:grpSpPr>
      <p:sp>
        <p:nvSpPr>
          <p:cNvPr id="6" name="六边形 5"/>
          <p:cNvSpPr>
            <a:spLocks noChangeAspect="1"/>
          </p:cNvSpPr>
          <p:nvPr userDrawn="1"/>
        </p:nvSpPr>
        <p:spPr>
          <a:xfrm rot="16200000">
            <a:off x="3978962" y="1603967"/>
            <a:ext cx="4234076" cy="365006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userDrawn="1"/>
        </p:nvSpPr>
        <p:spPr>
          <a:xfrm>
            <a:off x="5093162" y="3044279"/>
            <a:ext cx="2005677" cy="769441"/>
          </a:xfrm>
          <a:prstGeom prst="rect">
            <a:avLst/>
          </a:prstGeom>
          <a:noFill/>
        </p:spPr>
        <p:txBody>
          <a:bodyPr wrap="none" rtlCol="0">
            <a:spAutoFit/>
          </a:bodyPr>
          <a:lstStyle/>
          <a:p>
            <a:r>
              <a:rPr lang="en-US" altLang="zh-CN" sz="4400" dirty="0">
                <a:solidFill>
                  <a:schemeClr val="bg1"/>
                </a:solidFill>
                <a:latin typeface="+mj-lt"/>
                <a:cs typeface="Segoe UI" panose="020B0502040204020203" pitchFamily="34" charset="0"/>
              </a:rPr>
              <a:t>Part 05</a:t>
            </a:r>
            <a:endParaRPr lang="zh-CN" altLang="en-US" sz="4400" dirty="0">
              <a:solidFill>
                <a:schemeClr val="bg1"/>
              </a:solidFill>
              <a:latin typeface="+mj-lt"/>
              <a:cs typeface="Segoe UI" panose="020B0502040204020203"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六边形 9"/>
          <p:cNvSpPr/>
          <p:nvPr userDrawn="1"/>
        </p:nvSpPr>
        <p:spPr>
          <a:xfrm rot="16200000">
            <a:off x="3695701" y="1359776"/>
            <a:ext cx="4800598" cy="4138446"/>
          </a:xfrm>
          <a:prstGeom prst="hex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六边形 10"/>
          <p:cNvSpPr>
            <a:spLocks noChangeAspect="1"/>
          </p:cNvSpPr>
          <p:nvPr userDrawn="1"/>
        </p:nvSpPr>
        <p:spPr>
          <a:xfrm rot="16200000">
            <a:off x="-687663" y="4872077"/>
            <a:ext cx="2798353" cy="2412373"/>
          </a:xfrm>
          <a:prstGeom prst="hexagon">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六边形 11"/>
          <p:cNvSpPr>
            <a:spLocks noChangeAspect="1"/>
          </p:cNvSpPr>
          <p:nvPr userDrawn="1"/>
        </p:nvSpPr>
        <p:spPr>
          <a:xfrm rot="16200000">
            <a:off x="9480973" y="5159003"/>
            <a:ext cx="1015781" cy="875673"/>
          </a:xfrm>
          <a:prstGeom prst="hexagon">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六边形 12"/>
          <p:cNvSpPr>
            <a:spLocks noChangeAspect="1"/>
          </p:cNvSpPr>
          <p:nvPr userDrawn="1"/>
        </p:nvSpPr>
        <p:spPr>
          <a:xfrm rot="16200000">
            <a:off x="11493500" y="210644"/>
            <a:ext cx="1397000" cy="1204310"/>
          </a:xfrm>
          <a:prstGeom prst="hexagon">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六边形 13"/>
          <p:cNvSpPr>
            <a:spLocks noChangeAspect="1"/>
          </p:cNvSpPr>
          <p:nvPr userDrawn="1"/>
        </p:nvSpPr>
        <p:spPr>
          <a:xfrm rot="16200000">
            <a:off x="641459" y="-437837"/>
            <a:ext cx="1015781" cy="875673"/>
          </a:xfrm>
          <a:prstGeom prst="hexagon">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占位符 16"/>
          <p:cNvSpPr>
            <a:spLocks noGrp="1"/>
          </p:cNvSpPr>
          <p:nvPr>
            <p:ph type="body" sz="quarter" idx="10" hasCustomPrompt="1"/>
          </p:nvPr>
        </p:nvSpPr>
        <p:spPr>
          <a:xfrm>
            <a:off x="4098000" y="3947897"/>
            <a:ext cx="3996000" cy="914400"/>
          </a:xfrm>
        </p:spPr>
        <p:txBody>
          <a:bodyPr anchor="ctr" anchorCtr="0"/>
          <a:lstStyle>
            <a:lvl1pPr marL="0" indent="0" algn="ctr">
              <a:buNone/>
              <a:defRPr>
                <a:solidFill>
                  <a:schemeClr val="bg1"/>
                </a:solidFill>
              </a:defRPr>
            </a:lvl1pPr>
          </a:lstStyle>
          <a:p>
            <a:pPr lvl="0"/>
            <a:r>
              <a:rPr lang="zh-CN" altLang="en-US" dirty="0"/>
              <a:t>编辑母版文本样式</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转场-短标题6">
    <p:spTree>
      <p:nvGrpSpPr>
        <p:cNvPr id="1" name=""/>
        <p:cNvGrpSpPr/>
        <p:nvPr/>
      </p:nvGrpSpPr>
      <p:grpSpPr>
        <a:xfrm>
          <a:off x="0" y="0"/>
          <a:ext cx="0" cy="0"/>
          <a:chOff x="0" y="0"/>
          <a:chExt cx="0" cy="0"/>
        </a:xfrm>
      </p:grpSpPr>
      <p:sp>
        <p:nvSpPr>
          <p:cNvPr id="6" name="七边形 5"/>
          <p:cNvSpPr>
            <a:spLocks noChangeAspect="1"/>
          </p:cNvSpPr>
          <p:nvPr userDrawn="1"/>
        </p:nvSpPr>
        <p:spPr>
          <a:xfrm>
            <a:off x="3972000" y="1047224"/>
            <a:ext cx="4248000" cy="4248000"/>
          </a:xfrm>
          <a:prstGeom prst="hep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userDrawn="1"/>
        </p:nvSpPr>
        <p:spPr>
          <a:xfrm>
            <a:off x="5093161" y="3044279"/>
            <a:ext cx="2005677" cy="769441"/>
          </a:xfrm>
          <a:prstGeom prst="rect">
            <a:avLst/>
          </a:prstGeom>
          <a:noFill/>
        </p:spPr>
        <p:txBody>
          <a:bodyPr wrap="none" rtlCol="0">
            <a:spAutoFit/>
          </a:bodyPr>
          <a:lstStyle/>
          <a:p>
            <a:r>
              <a:rPr lang="en-US" altLang="zh-CN" sz="4400" dirty="0">
                <a:solidFill>
                  <a:schemeClr val="bg1"/>
                </a:solidFill>
                <a:latin typeface="+mj-lt"/>
                <a:cs typeface="Segoe UI" panose="020B0502040204020203" pitchFamily="34" charset="0"/>
              </a:rPr>
              <a:t>Part 06</a:t>
            </a:r>
            <a:endParaRPr lang="zh-CN" altLang="en-US" sz="4400" dirty="0">
              <a:solidFill>
                <a:schemeClr val="bg1"/>
              </a:solidFill>
              <a:latin typeface="+mj-lt"/>
              <a:cs typeface="Segoe UI" panose="020B0502040204020203"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七边形 9"/>
          <p:cNvSpPr/>
          <p:nvPr userDrawn="1"/>
        </p:nvSpPr>
        <p:spPr>
          <a:xfrm rot="1563509">
            <a:off x="10682028" y="-776191"/>
            <a:ext cx="3268663" cy="3268663"/>
          </a:xfrm>
          <a:prstGeom prst="heptagon">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七边形 10"/>
          <p:cNvSpPr/>
          <p:nvPr userDrawn="1"/>
        </p:nvSpPr>
        <p:spPr>
          <a:xfrm>
            <a:off x="1384129" y="5078241"/>
            <a:ext cx="1047921" cy="1047921"/>
          </a:xfrm>
          <a:prstGeom prst="heptagon">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七边形 11"/>
          <p:cNvSpPr/>
          <p:nvPr userDrawn="1"/>
        </p:nvSpPr>
        <p:spPr>
          <a:xfrm rot="20151602">
            <a:off x="-1111336" y="360448"/>
            <a:ext cx="2222671" cy="2222671"/>
          </a:xfrm>
          <a:prstGeom prst="heptagon">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七边形 12"/>
          <p:cNvSpPr/>
          <p:nvPr userDrawn="1"/>
        </p:nvSpPr>
        <p:spPr>
          <a:xfrm rot="20592885">
            <a:off x="8879510" y="6235700"/>
            <a:ext cx="2222671" cy="2222671"/>
          </a:xfrm>
          <a:prstGeom prst="heptagon">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七边形 13"/>
          <p:cNvSpPr>
            <a:spLocks noChangeAspect="1"/>
          </p:cNvSpPr>
          <p:nvPr userDrawn="1"/>
        </p:nvSpPr>
        <p:spPr>
          <a:xfrm>
            <a:off x="3683000" y="774700"/>
            <a:ext cx="4826000" cy="4826000"/>
          </a:xfrm>
          <a:prstGeom prst="hept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占位符 16"/>
          <p:cNvSpPr>
            <a:spLocks noGrp="1"/>
          </p:cNvSpPr>
          <p:nvPr>
            <p:ph type="body" sz="quarter" idx="10" hasCustomPrompt="1"/>
          </p:nvPr>
        </p:nvSpPr>
        <p:spPr>
          <a:xfrm>
            <a:off x="4098000" y="3966909"/>
            <a:ext cx="3996000" cy="914400"/>
          </a:xfrm>
        </p:spPr>
        <p:txBody>
          <a:bodyPr anchor="ctr" anchorCtr="0"/>
          <a:lstStyle>
            <a:lvl1pPr marL="0" indent="0" algn="ctr">
              <a:buNone/>
              <a:defRPr>
                <a:solidFill>
                  <a:schemeClr val="bg1"/>
                </a:solidFill>
              </a:defRPr>
            </a:lvl1pPr>
          </a:lstStyle>
          <a:p>
            <a:pPr lvl="0"/>
            <a:r>
              <a:rPr lang="zh-CN" altLang="en-US" dirty="0"/>
              <a:t>编辑母版文本样式</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目录页-长标题">
    <p:bg>
      <p:bgPr>
        <a:solidFill>
          <a:schemeClr val="bg1"/>
        </a:solidFill>
        <a:effectLst/>
      </p:bgPr>
    </p:bg>
    <p:spTree>
      <p:nvGrpSpPr>
        <p:cNvPr id="1" name=""/>
        <p:cNvGrpSpPr/>
        <p:nvPr/>
      </p:nvGrpSpPr>
      <p:grpSpPr>
        <a:xfrm>
          <a:off x="0" y="0"/>
          <a:ext cx="0" cy="0"/>
          <a:chOff x="0" y="0"/>
          <a:chExt cx="0" cy="0"/>
        </a:xfrm>
      </p:grpSpPr>
      <p:sp>
        <p:nvSpPr>
          <p:cNvPr id="6" name="箭头: 五边形 5"/>
          <p:cNvSpPr/>
          <p:nvPr userDrawn="1"/>
        </p:nvSpPr>
        <p:spPr>
          <a:xfrm>
            <a:off x="2" y="0"/>
            <a:ext cx="2835871" cy="6858000"/>
          </a:xfrm>
          <a:prstGeom prst="homePlate">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矩形 53"/>
          <p:cNvSpPr/>
          <p:nvPr/>
        </p:nvSpPr>
        <p:spPr>
          <a:xfrm>
            <a:off x="609314" y="1962606"/>
            <a:ext cx="1617246" cy="2932788"/>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 name="矩形 1"/>
          <p:cNvSpPr/>
          <p:nvPr userDrawn="1"/>
        </p:nvSpPr>
        <p:spPr>
          <a:xfrm>
            <a:off x="2782511" y="612708"/>
            <a:ext cx="8695230" cy="5632585"/>
          </a:xfrm>
          <a:prstGeom prst="rect">
            <a:avLst/>
          </a:pr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730724" y="2258512"/>
            <a:ext cx="1374427" cy="2340976"/>
          </a:xfrm>
          <a:prstGeom prst="rect">
            <a:avLst/>
          </a:prstGeom>
          <a:noFill/>
        </p:spPr>
        <p:txBody>
          <a:bodyPr wrap="square" lIns="0" tIns="0" rIns="0" bIns="0" rtlCol="0" anchor="ctr" anchorCtr="0">
            <a:normAutofit lnSpcReduction="10000"/>
          </a:bodyPr>
          <a:lstStyle/>
          <a:p>
            <a:pPr algn="ctr"/>
            <a:r>
              <a:rPr lang="zh-CN" altLang="en-US" sz="5400" b="1" dirty="0">
                <a:solidFill>
                  <a:schemeClr val="bg1"/>
                </a:solidFill>
                <a:latin typeface="+mj-ea"/>
                <a:ea typeface="+mj-ea"/>
              </a:rPr>
              <a:t>目</a:t>
            </a:r>
            <a:endParaRPr lang="en-US" altLang="zh-CN" sz="5400" b="1" dirty="0">
              <a:solidFill>
                <a:schemeClr val="bg1"/>
              </a:solidFill>
              <a:latin typeface="+mj-ea"/>
              <a:ea typeface="+mj-ea"/>
            </a:endParaRPr>
          </a:p>
          <a:p>
            <a:pPr algn="ctr"/>
            <a:endParaRPr lang="en-US" altLang="zh-CN" sz="5400" b="1" dirty="0">
              <a:solidFill>
                <a:schemeClr val="bg1"/>
              </a:solidFill>
              <a:latin typeface="+mj-ea"/>
              <a:ea typeface="+mj-ea"/>
            </a:endParaRPr>
          </a:p>
          <a:p>
            <a:pPr algn="ctr"/>
            <a:r>
              <a:rPr lang="zh-CN" altLang="en-US" sz="5400" b="1" dirty="0">
                <a:solidFill>
                  <a:schemeClr val="bg1"/>
                </a:solidFill>
                <a:latin typeface="+mj-ea"/>
                <a:ea typeface="+mj-ea"/>
              </a:rPr>
              <a:t>录</a:t>
            </a:r>
            <a:endParaRPr lang="zh-CN" altLang="en-US" sz="4800" b="1" dirty="0">
              <a:solidFill>
                <a:schemeClr val="bg1"/>
              </a:solidFill>
              <a:latin typeface="+mj-ea"/>
              <a:ea typeface="+mj-ea"/>
            </a:endParaRPr>
          </a:p>
        </p:txBody>
      </p:sp>
      <p:pic>
        <p:nvPicPr>
          <p:cNvPr id="47" name="图片 46"/>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5334000" y="0"/>
            <a:ext cx="6858000" cy="685800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转场-长标题">
    <p:spTree>
      <p:nvGrpSpPr>
        <p:cNvPr id="1" name=""/>
        <p:cNvGrpSpPr/>
        <p:nvPr/>
      </p:nvGrpSpPr>
      <p:grpSpPr>
        <a:xfrm>
          <a:off x="0" y="0"/>
          <a:ext cx="0" cy="0"/>
          <a:chOff x="0" y="0"/>
          <a:chExt cx="0" cy="0"/>
        </a:xfrm>
      </p:grpSpPr>
      <p:sp>
        <p:nvSpPr>
          <p:cNvPr id="7" name="箭头: 五边形 6"/>
          <p:cNvSpPr/>
          <p:nvPr userDrawn="1"/>
        </p:nvSpPr>
        <p:spPr>
          <a:xfrm rot="19659736">
            <a:off x="-59387" y="6355211"/>
            <a:ext cx="1593667" cy="240022"/>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箭头: 五边形 24"/>
          <p:cNvSpPr/>
          <p:nvPr userDrawn="1"/>
        </p:nvSpPr>
        <p:spPr>
          <a:xfrm rot="19659736">
            <a:off x="501875" y="5626509"/>
            <a:ext cx="1198809" cy="202681"/>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五边形 25"/>
          <p:cNvSpPr/>
          <p:nvPr userDrawn="1"/>
        </p:nvSpPr>
        <p:spPr>
          <a:xfrm rot="19659736">
            <a:off x="11343042" y="442070"/>
            <a:ext cx="869215" cy="124045"/>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箭头: 五边形 26"/>
          <p:cNvSpPr/>
          <p:nvPr userDrawn="1"/>
        </p:nvSpPr>
        <p:spPr>
          <a:xfrm rot="19659736">
            <a:off x="10829985" y="427917"/>
            <a:ext cx="542830" cy="99029"/>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12" name="任意多边形: 形状 11"/>
          <p:cNvSpPr/>
          <p:nvPr/>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dirty="0">
              <a:solidFill>
                <a:schemeClr val="accent3"/>
              </a:solidFill>
              <a:cs typeface="+mn-ea"/>
              <a:sym typeface="+mn-lt"/>
            </a:endParaRPr>
          </a:p>
        </p:txBody>
      </p: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pic>
        <p:nvPicPr>
          <p:cNvPr id="6" name="图片 5"/>
          <p:cNvPicPr>
            <a:picLocks noChangeAspect="1"/>
          </p:cNvPicPr>
          <p:nvPr userDrawn="1"/>
        </p:nvPicPr>
        <p:blipFill>
          <a:blip r:embed="rId2"/>
          <a:stretch>
            <a:fillRect/>
          </a:stretch>
        </p:blipFill>
        <p:spPr>
          <a:xfrm>
            <a:off x="744128" y="6420492"/>
            <a:ext cx="958362" cy="236837"/>
          </a:xfrm>
          <a:prstGeom prst="rect">
            <a:avLst/>
          </a:prstGeom>
        </p:spPr>
      </p:pic>
      <p:pic>
        <p:nvPicPr>
          <p:cNvPr id="11" name="图片 10"/>
          <p:cNvPicPr>
            <a:picLocks noChangeAspect="1"/>
          </p:cNvPicPr>
          <p:nvPr userDrawn="1"/>
        </p:nvPicPr>
        <p:blipFill>
          <a:blip r:embed="rId3"/>
          <a:stretch>
            <a:fillRect/>
          </a:stretch>
        </p:blipFill>
        <p:spPr>
          <a:xfrm>
            <a:off x="9966201" y="381027"/>
            <a:ext cx="1552699" cy="494974"/>
          </a:xfrm>
          <a:prstGeom prst="rect">
            <a:avLst/>
          </a:prstGeom>
        </p:spPr>
      </p:pic>
      <p:sp>
        <p:nvSpPr>
          <p:cNvPr id="8" name="标题 1"/>
          <p:cNvSpPr>
            <a:spLocks noGrp="1"/>
          </p:cNvSpPr>
          <p:nvPr>
            <p:ph type="title"/>
          </p:nvPr>
        </p:nvSpPr>
        <p:spPr>
          <a:xfrm>
            <a:off x="1091255" y="237834"/>
            <a:ext cx="8168208" cy="790865"/>
          </a:xfrm>
        </p:spPr>
        <p:txBody>
          <a:bodyPr wrap="square" lIns="0" tIns="0" rIns="0" bIns="0">
            <a:normAutofit/>
          </a:bodyPr>
          <a:lstStyle>
            <a:lvl1pPr>
              <a:defRPr sz="3600" b="1">
                <a:solidFill>
                  <a:schemeClr val="accent1"/>
                </a:solidFill>
              </a:defRPr>
            </a:lvl1pPr>
          </a:lstStyle>
          <a:p>
            <a:r>
              <a:rPr lang="zh-CN" altLang="en-US" dirty="0"/>
              <a:t>单击此处编辑母版标题样式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横向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图片占位符 90"/>
          <p:cNvSpPr>
            <a:spLocks noGrp="1" noChangeAspect="1"/>
          </p:cNvSpPr>
          <p:nvPr>
            <p:ph type="pic" sz="quarter" idx="13"/>
          </p:nvPr>
        </p:nvSpPr>
        <p:spPr>
          <a:xfrm>
            <a:off x="862171" y="1825888"/>
            <a:ext cx="4826535" cy="2736000"/>
          </a:xfrm>
          <a:custGeom>
            <a:avLst/>
            <a:gdLst>
              <a:gd name="connsiteX0" fmla="*/ 0 w 4241800"/>
              <a:gd name="connsiteY0" fmla="*/ 0 h 2404533"/>
              <a:gd name="connsiteX1" fmla="*/ 4241800 w 4241800"/>
              <a:gd name="connsiteY1" fmla="*/ 0 h 2404533"/>
              <a:gd name="connsiteX2" fmla="*/ 4241800 w 4241800"/>
              <a:gd name="connsiteY2" fmla="*/ 2404533 h 2404533"/>
              <a:gd name="connsiteX3" fmla="*/ 0 w 4241800"/>
              <a:gd name="connsiteY3" fmla="*/ 2404533 h 2404533"/>
            </a:gdLst>
            <a:ahLst/>
            <a:cxnLst>
              <a:cxn ang="0">
                <a:pos x="connsiteX0" y="connsiteY0"/>
              </a:cxn>
              <a:cxn ang="0">
                <a:pos x="connsiteX1" y="connsiteY1"/>
              </a:cxn>
              <a:cxn ang="0">
                <a:pos x="connsiteX2" y="connsiteY2"/>
              </a:cxn>
              <a:cxn ang="0">
                <a:pos x="connsiteX3" y="connsiteY3"/>
              </a:cxn>
            </a:cxnLst>
            <a:rect l="l" t="t" r="r" b="b"/>
            <a:pathLst>
              <a:path w="4241800" h="2404533">
                <a:moveTo>
                  <a:pt x="0" y="0"/>
                </a:moveTo>
                <a:lnTo>
                  <a:pt x="4241800" y="0"/>
                </a:lnTo>
                <a:lnTo>
                  <a:pt x="4241800" y="2404533"/>
                </a:lnTo>
                <a:lnTo>
                  <a:pt x="0" y="2404533"/>
                </a:lnTo>
                <a:close/>
              </a:path>
            </a:pathLst>
          </a:custGeom>
        </p:spPr>
        <p:txBody>
          <a:bodyPr wrap="square">
            <a:noAutofit/>
          </a:bodyPr>
          <a:lstStyle/>
          <a:p>
            <a:endParaRPr lang="zh-CN" altLang="en-US"/>
          </a:p>
        </p:txBody>
      </p:sp>
      <p:sp>
        <p:nvSpPr>
          <p:cNvPr id="90" name="任意多边形: 形状 89"/>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dirty="0">
              <a:solidFill>
                <a:schemeClr val="accent3"/>
              </a:solidFill>
              <a:cs typeface="+mn-ea"/>
              <a:sym typeface="+mn-lt"/>
            </a:endParaRPr>
          </a:p>
        </p:txBody>
      </p:sp>
      <p:sp>
        <p:nvSpPr>
          <p:cNvPr id="92" name="标题 1"/>
          <p:cNvSpPr>
            <a:spLocks noGrp="1"/>
          </p:cNvSpPr>
          <p:nvPr>
            <p:ph type="title"/>
          </p:nvPr>
        </p:nvSpPr>
        <p:spPr>
          <a:xfrm>
            <a:off x="1091255" y="237834"/>
            <a:ext cx="8168208" cy="790865"/>
          </a:xfrm>
        </p:spPr>
        <p:txBody>
          <a:bodyPr wrap="square" lIns="0" tIns="0" rIns="0" bIns="0">
            <a:normAutofit/>
          </a:bodyPr>
          <a:lstStyle>
            <a:lvl1pPr>
              <a:defRPr sz="3600" b="1">
                <a:solidFill>
                  <a:schemeClr val="accent1"/>
                </a:solidFill>
              </a:defRPr>
            </a:lvl1pPr>
          </a:lstStyle>
          <a:p>
            <a:r>
              <a:rPr lang="zh-CN" altLang="en-US" dirty="0"/>
              <a:t>单击此处编辑母版标题样式</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
        <p:nvSpPr>
          <p:cNvPr id="2" name="文本框 1"/>
          <p:cNvSpPr txBox="1"/>
          <p:nvPr userDrawn="1"/>
        </p:nvSpPr>
        <p:spPr>
          <a:xfrm>
            <a:off x="5236210" y="-3782695"/>
            <a:ext cx="4064000" cy="368300"/>
          </a:xfrm>
          <a:prstGeom prst="rect">
            <a:avLst/>
          </a:prstGeom>
          <a:noFill/>
        </p:spPr>
        <p:txBody>
          <a:bodyPr wrap="square" rtlCol="0">
            <a:spAutoFit/>
          </a:bodyPr>
          <a:p>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0" name="图片占位符 6"/>
          <p:cNvSpPr>
            <a:spLocks noGrp="1" noChangeAspect="1"/>
          </p:cNvSpPr>
          <p:nvPr>
            <p:ph type="pic" sz="quarter" idx="10"/>
          </p:nvPr>
        </p:nvSpPr>
        <p:spPr>
          <a:xfrm>
            <a:off x="1692274" y="1541374"/>
            <a:ext cx="3238088" cy="4320000"/>
          </a:xfrm>
        </p:spPr>
        <p:txBody>
          <a:bodyPr/>
          <a:lstStyle/>
          <a:p>
            <a:endParaRPr lang="zh-CN" altLang="en-US" dirty="0"/>
          </a:p>
        </p:txBody>
      </p:sp>
      <p:sp>
        <p:nvSpPr>
          <p:cNvPr id="91" name="任意多边形: 形状 90"/>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dirty="0">
              <a:solidFill>
                <a:schemeClr val="accent3"/>
              </a:solidFill>
              <a:cs typeface="+mn-ea"/>
              <a:sym typeface="+mn-lt"/>
            </a:endParaRPr>
          </a:p>
        </p:txBody>
      </p:sp>
      <p:sp>
        <p:nvSpPr>
          <p:cNvPr id="92" name="标题 1"/>
          <p:cNvSpPr>
            <a:spLocks noGrp="1"/>
          </p:cNvSpPr>
          <p:nvPr>
            <p:ph type="title"/>
          </p:nvPr>
        </p:nvSpPr>
        <p:spPr>
          <a:xfrm>
            <a:off x="1091255" y="237834"/>
            <a:ext cx="8168208" cy="790865"/>
          </a:xfrm>
        </p:spPr>
        <p:txBody>
          <a:bodyPr wrap="square" lIns="0" tIns="0" rIns="0" bIns="0">
            <a:normAutofit/>
          </a:bodyPr>
          <a:lstStyle>
            <a:lvl1pPr>
              <a:defRPr sz="3600" b="1">
                <a:solidFill>
                  <a:schemeClr val="accent1"/>
                </a:solidFill>
              </a:defRPr>
            </a:lvl1pPr>
          </a:lstStyle>
          <a:p>
            <a:r>
              <a:rPr lang="zh-CN" altLang="en-US" dirty="0"/>
              <a:t>单击此处编辑母版标题样式</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图片-圆形">
    <p:spTree>
      <p:nvGrpSpPr>
        <p:cNvPr id="1" name=""/>
        <p:cNvGrpSpPr/>
        <p:nvPr/>
      </p:nvGrpSpPr>
      <p:grpSpPr>
        <a:xfrm>
          <a:off x="0" y="0"/>
          <a:ext cx="0" cy="0"/>
          <a:chOff x="0" y="0"/>
          <a:chExt cx="0" cy="0"/>
        </a:xfrm>
      </p:grpSpPr>
      <p:sp>
        <p:nvSpPr>
          <p:cNvPr id="93" name="任意多边形: 形状 92"/>
          <p:cNvSpPr/>
          <p:nvPr userDrawn="1"/>
        </p:nvSpPr>
        <p:spPr>
          <a:xfrm>
            <a:off x="660400" y="1531871"/>
            <a:ext cx="10858500" cy="4491875"/>
          </a:xfrm>
          <a:custGeom>
            <a:avLst/>
            <a:gdLst>
              <a:gd name="connsiteX0" fmla="*/ 2682382 w 10858500"/>
              <a:gd name="connsiteY0" fmla="*/ 0 h 4491875"/>
              <a:gd name="connsiteX1" fmla="*/ 4661514 w 10858500"/>
              <a:gd name="connsiteY1" fmla="*/ 1979131 h 4491875"/>
              <a:gd name="connsiteX2" fmla="*/ 4081840 w 10858500"/>
              <a:gd name="connsiteY2" fmla="*/ 3378588 h 4491875"/>
              <a:gd name="connsiteX3" fmla="*/ 3948253 w 10858500"/>
              <a:gd name="connsiteY3" fmla="*/ 3500000 h 4491875"/>
              <a:gd name="connsiteX4" fmla="*/ 10858500 w 10858500"/>
              <a:gd name="connsiteY4" fmla="*/ 3500000 h 4491875"/>
              <a:gd name="connsiteX5" fmla="*/ 10858500 w 10858500"/>
              <a:gd name="connsiteY5" fmla="*/ 4491875 h 4491875"/>
              <a:gd name="connsiteX6" fmla="*/ 0 w 10858500"/>
              <a:gd name="connsiteY6" fmla="*/ 4491875 h 4491875"/>
              <a:gd name="connsiteX7" fmla="*/ 0 w 10858500"/>
              <a:gd name="connsiteY7" fmla="*/ 3500000 h 4491875"/>
              <a:gd name="connsiteX8" fmla="*/ 1416512 w 10858500"/>
              <a:gd name="connsiteY8" fmla="*/ 3500000 h 4491875"/>
              <a:gd name="connsiteX9" fmla="*/ 1282925 w 10858500"/>
              <a:gd name="connsiteY9" fmla="*/ 3378588 h 4491875"/>
              <a:gd name="connsiteX10" fmla="*/ 703250 w 10858500"/>
              <a:gd name="connsiteY10" fmla="*/ 1979131 h 4491875"/>
              <a:gd name="connsiteX11" fmla="*/ 2682382 w 10858500"/>
              <a:gd name="connsiteY11" fmla="*/ 0 h 449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858500" h="4491875">
                <a:moveTo>
                  <a:pt x="2682382" y="0"/>
                </a:moveTo>
                <a:cubicBezTo>
                  <a:pt x="3775426" y="0"/>
                  <a:pt x="4661514" y="886087"/>
                  <a:pt x="4661514" y="1979131"/>
                </a:cubicBezTo>
                <a:cubicBezTo>
                  <a:pt x="4661514" y="2525653"/>
                  <a:pt x="4439992" y="3020436"/>
                  <a:pt x="4081840" y="3378588"/>
                </a:cubicBezTo>
                <a:lnTo>
                  <a:pt x="3948253" y="3500000"/>
                </a:lnTo>
                <a:lnTo>
                  <a:pt x="10858500" y="3500000"/>
                </a:lnTo>
                <a:lnTo>
                  <a:pt x="10858500" y="4491875"/>
                </a:lnTo>
                <a:lnTo>
                  <a:pt x="0" y="4491875"/>
                </a:lnTo>
                <a:lnTo>
                  <a:pt x="0" y="3500000"/>
                </a:lnTo>
                <a:lnTo>
                  <a:pt x="1416512" y="3500000"/>
                </a:lnTo>
                <a:lnTo>
                  <a:pt x="1282925" y="3378588"/>
                </a:lnTo>
                <a:cubicBezTo>
                  <a:pt x="924772" y="3020436"/>
                  <a:pt x="703250" y="2525653"/>
                  <a:pt x="703250" y="1979131"/>
                </a:cubicBezTo>
                <a:cubicBezTo>
                  <a:pt x="703250" y="886087"/>
                  <a:pt x="1589338" y="0"/>
                  <a:pt x="2682382" y="0"/>
                </a:cubicBezTo>
                <a:close/>
              </a:path>
            </a:pathLst>
          </a:custGeom>
          <a:solidFill>
            <a:schemeClr val="accent1"/>
          </a:solidFill>
          <a:ln w="19050">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任意多边形: 形状 90"/>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dirty="0">
              <a:solidFill>
                <a:schemeClr val="accent3"/>
              </a:solidFill>
              <a:cs typeface="+mn-ea"/>
              <a:sym typeface="+mn-lt"/>
            </a:endParaRPr>
          </a:p>
        </p:txBody>
      </p:sp>
      <p:sp>
        <p:nvSpPr>
          <p:cNvPr id="92" name="图片占位符 91"/>
          <p:cNvSpPr>
            <a:spLocks noGrp="1" noChangeAspect="1"/>
          </p:cNvSpPr>
          <p:nvPr>
            <p:ph type="pic" sz="quarter" idx="13"/>
          </p:nvPr>
        </p:nvSpPr>
        <p:spPr>
          <a:xfrm>
            <a:off x="1451524" y="1608975"/>
            <a:ext cx="3780000" cy="3780000"/>
          </a:xfrm>
          <a:custGeom>
            <a:avLst/>
            <a:gdLst>
              <a:gd name="connsiteX0" fmla="*/ 1657350 w 3314700"/>
              <a:gd name="connsiteY0" fmla="*/ 0 h 3314700"/>
              <a:gd name="connsiteX1" fmla="*/ 3314700 w 3314700"/>
              <a:gd name="connsiteY1" fmla="*/ 1657350 h 3314700"/>
              <a:gd name="connsiteX2" fmla="*/ 1657350 w 3314700"/>
              <a:gd name="connsiteY2" fmla="*/ 3314700 h 3314700"/>
              <a:gd name="connsiteX3" fmla="*/ 0 w 3314700"/>
              <a:gd name="connsiteY3" fmla="*/ 1657350 h 3314700"/>
              <a:gd name="connsiteX4" fmla="*/ 1657350 w 3314700"/>
              <a:gd name="connsiteY4" fmla="*/ 0 h 331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700" h="3314700">
                <a:moveTo>
                  <a:pt x="1657350" y="0"/>
                </a:moveTo>
                <a:cubicBezTo>
                  <a:pt x="2572679" y="0"/>
                  <a:pt x="3314700" y="742021"/>
                  <a:pt x="3314700" y="1657350"/>
                </a:cubicBezTo>
                <a:cubicBezTo>
                  <a:pt x="3314700" y="2572679"/>
                  <a:pt x="2572679" y="3314700"/>
                  <a:pt x="1657350" y="3314700"/>
                </a:cubicBezTo>
                <a:cubicBezTo>
                  <a:pt x="742021" y="3314700"/>
                  <a:pt x="0" y="2572679"/>
                  <a:pt x="0" y="1657350"/>
                </a:cubicBezTo>
                <a:cubicBezTo>
                  <a:pt x="0" y="742021"/>
                  <a:pt x="742021" y="0"/>
                  <a:pt x="1657350" y="0"/>
                </a:cubicBezTo>
                <a:close/>
              </a:path>
            </a:pathLst>
          </a:custGeom>
        </p:spPr>
        <p:txBody>
          <a:bodyPr wrap="square" anchor="ctr" anchorCtr="0">
            <a:noAutofit/>
          </a:bodyPr>
          <a:lstStyle/>
          <a:p>
            <a:endParaRPr lang="zh-CN" altLang="en-US" dirty="0"/>
          </a:p>
        </p:txBody>
      </p:sp>
      <p:sp>
        <p:nvSpPr>
          <p:cNvPr id="90" name="标题 1"/>
          <p:cNvSpPr>
            <a:spLocks noGrp="1"/>
          </p:cNvSpPr>
          <p:nvPr>
            <p:ph type="title"/>
          </p:nvPr>
        </p:nvSpPr>
        <p:spPr>
          <a:xfrm>
            <a:off x="1091255" y="237834"/>
            <a:ext cx="8168208" cy="790865"/>
          </a:xfrm>
        </p:spPr>
        <p:txBody>
          <a:bodyPr wrap="square" lIns="0" tIns="0" rIns="0" bIns="0">
            <a:normAutofit/>
          </a:bodyPr>
          <a:lstStyle>
            <a:lvl1pPr>
              <a:defRPr sz="3600" b="1">
                <a:solidFill>
                  <a:schemeClr val="accent1"/>
                </a:solidFill>
              </a:defRPr>
            </a:lvl1pPr>
          </a:lstStyle>
          <a:p>
            <a:r>
              <a:rPr lang="zh-CN" altLang="en-US" dirty="0"/>
              <a:t>单击此处编辑母版标题样式</a:t>
            </a:r>
            <a:endParaRPr lang="zh-CN" altLang="en-US" dirty="0"/>
          </a:p>
        </p:txBody>
      </p:sp>
      <p:pic>
        <p:nvPicPr>
          <p:cNvPr id="94" name="图片 93"/>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0" name="图片占位符 6"/>
          <p:cNvSpPr>
            <a:spLocks noGrp="1" noChangeAspect="1"/>
          </p:cNvSpPr>
          <p:nvPr>
            <p:ph type="pic" sz="quarter" idx="10"/>
          </p:nvPr>
        </p:nvSpPr>
        <p:spPr>
          <a:xfrm>
            <a:off x="1114722" y="1132945"/>
            <a:ext cx="1735608" cy="2315510"/>
          </a:xfrm>
        </p:spPr>
        <p:txBody>
          <a:bodyPr/>
          <a:lstStyle/>
          <a:p>
            <a:endParaRPr lang="zh-CN" altLang="en-US" dirty="0"/>
          </a:p>
        </p:txBody>
      </p:sp>
      <p:sp>
        <p:nvSpPr>
          <p:cNvPr id="91" name="图片占位符 6"/>
          <p:cNvSpPr>
            <a:spLocks noGrp="1" noChangeAspect="1"/>
          </p:cNvSpPr>
          <p:nvPr>
            <p:ph type="pic" sz="quarter" idx="13"/>
          </p:nvPr>
        </p:nvSpPr>
        <p:spPr>
          <a:xfrm>
            <a:off x="9351363" y="3674135"/>
            <a:ext cx="1755000" cy="2341381"/>
          </a:xfrm>
        </p:spPr>
        <p:txBody>
          <a:bodyPr/>
          <a:lstStyle/>
          <a:p>
            <a:endParaRPr lang="zh-CN" altLang="en-US" dirty="0"/>
          </a:p>
        </p:txBody>
      </p:sp>
      <p:sp>
        <p:nvSpPr>
          <p:cNvPr id="92" name="任意多边形: 形状 91"/>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dirty="0">
              <a:solidFill>
                <a:schemeClr val="accent3"/>
              </a:solidFill>
              <a:cs typeface="+mn-ea"/>
              <a:sym typeface="+mn-lt"/>
            </a:endParaRPr>
          </a:p>
        </p:txBody>
      </p:sp>
      <p:sp>
        <p:nvSpPr>
          <p:cNvPr id="93" name="标题 1"/>
          <p:cNvSpPr>
            <a:spLocks noGrp="1"/>
          </p:cNvSpPr>
          <p:nvPr>
            <p:ph type="title"/>
          </p:nvPr>
        </p:nvSpPr>
        <p:spPr>
          <a:xfrm>
            <a:off x="1091255" y="237834"/>
            <a:ext cx="8168208" cy="790865"/>
          </a:xfrm>
        </p:spPr>
        <p:txBody>
          <a:bodyPr wrap="square" lIns="0" tIns="0" rIns="0" bIns="0">
            <a:normAutofit/>
          </a:bodyPr>
          <a:lstStyle>
            <a:lvl1pPr>
              <a:defRPr sz="3600" b="1">
                <a:solidFill>
                  <a:schemeClr val="accent1"/>
                </a:solidFill>
              </a:defRPr>
            </a:lvl1pPr>
          </a:lstStyle>
          <a:p>
            <a:r>
              <a:rPr lang="zh-CN" altLang="en-US" dirty="0"/>
              <a:t>单击此处编辑母版标题样式</a:t>
            </a:r>
            <a:endParaRPr lang="zh-CN" altLang="en-US" dirty="0"/>
          </a:p>
        </p:txBody>
      </p:sp>
      <p:pic>
        <p:nvPicPr>
          <p:cNvPr id="94" name="图片 93"/>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图片占位符 90"/>
          <p:cNvSpPr>
            <a:spLocks noGrp="1"/>
          </p:cNvSpPr>
          <p:nvPr>
            <p:ph type="pic" sz="quarter" idx="13"/>
          </p:nvPr>
        </p:nvSpPr>
        <p:spPr>
          <a:xfrm>
            <a:off x="1219984"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5" name="图片占位符 94"/>
          <p:cNvSpPr>
            <a:spLocks noGrp="1"/>
          </p:cNvSpPr>
          <p:nvPr>
            <p:ph type="pic" sz="quarter" idx="14"/>
          </p:nvPr>
        </p:nvSpPr>
        <p:spPr>
          <a:xfrm>
            <a:off x="9369946"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8" name="图片占位符 97"/>
          <p:cNvSpPr>
            <a:spLocks noGrp="1"/>
          </p:cNvSpPr>
          <p:nvPr>
            <p:ph type="pic" sz="quarter" idx="15"/>
          </p:nvPr>
        </p:nvSpPr>
        <p:spPr>
          <a:xfrm>
            <a:off x="3936638"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9" name="图片占位符 98"/>
          <p:cNvSpPr>
            <a:spLocks noGrp="1"/>
          </p:cNvSpPr>
          <p:nvPr>
            <p:ph type="pic" sz="quarter" idx="16"/>
          </p:nvPr>
        </p:nvSpPr>
        <p:spPr>
          <a:xfrm>
            <a:off x="6653292"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0" name="任意多边形: 形状 89"/>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dirty="0">
              <a:solidFill>
                <a:schemeClr val="accent3"/>
              </a:solidFill>
              <a:cs typeface="+mn-ea"/>
              <a:sym typeface="+mn-lt"/>
            </a:endParaRPr>
          </a:p>
        </p:txBody>
      </p:sp>
      <p:sp>
        <p:nvSpPr>
          <p:cNvPr id="92" name="标题 1"/>
          <p:cNvSpPr>
            <a:spLocks noGrp="1"/>
          </p:cNvSpPr>
          <p:nvPr>
            <p:ph type="title"/>
          </p:nvPr>
        </p:nvSpPr>
        <p:spPr>
          <a:xfrm>
            <a:off x="1091255" y="237834"/>
            <a:ext cx="8168208" cy="790865"/>
          </a:xfrm>
        </p:spPr>
        <p:txBody>
          <a:bodyPr wrap="square" lIns="0" tIns="0" rIns="0" bIns="0">
            <a:normAutofit/>
          </a:bodyPr>
          <a:lstStyle>
            <a:lvl1pPr>
              <a:defRPr sz="3600" b="1">
                <a:solidFill>
                  <a:schemeClr val="accent1"/>
                </a:solidFill>
              </a:defRPr>
            </a:lvl1pPr>
          </a:lstStyle>
          <a:p>
            <a:r>
              <a:rPr lang="zh-CN" altLang="en-US" dirty="0"/>
              <a:t>单击此处编辑母版标题样式</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空白版式">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结束页 幻灯片">
    <p:bg>
      <p:bgPr>
        <a:solidFill>
          <a:schemeClr val="bg1"/>
        </a:solidFill>
        <a:effectLst/>
      </p:bgPr>
    </p:bg>
    <p:spTree>
      <p:nvGrpSpPr>
        <p:cNvPr id="1" name=""/>
        <p:cNvGrpSpPr/>
        <p:nvPr/>
      </p:nvGrpSpPr>
      <p:grpSpPr>
        <a:xfrm>
          <a:off x="0" y="0"/>
          <a:ext cx="0" cy="0"/>
          <a:chOff x="0" y="0"/>
          <a:chExt cx="0" cy="0"/>
        </a:xfrm>
      </p:grpSpPr>
      <p:sp>
        <p:nvSpPr>
          <p:cNvPr id="7" name="文本占位符 6"/>
          <p:cNvSpPr>
            <a:spLocks noGrp="1"/>
          </p:cNvSpPr>
          <p:nvPr>
            <p:ph type="body" sz="quarter" idx="10" hasCustomPrompt="1"/>
          </p:nvPr>
        </p:nvSpPr>
        <p:spPr>
          <a:xfrm>
            <a:off x="3735420" y="2971800"/>
            <a:ext cx="7783479" cy="914400"/>
          </a:xfrm>
        </p:spPr>
        <p:txBody>
          <a:bodyPr anchor="ctr" anchorCtr="0">
            <a:normAutofit/>
          </a:bodyPr>
          <a:lstStyle>
            <a:lvl1pPr marL="0" indent="0" algn="ctr">
              <a:buNone/>
              <a:defRPr sz="5400">
                <a:solidFill>
                  <a:schemeClr val="accent1"/>
                </a:solidFill>
              </a:defRPr>
            </a:lvl1pPr>
          </a:lstStyle>
          <a:p>
            <a:pPr lvl="0"/>
            <a:r>
              <a:rPr lang="zh-CN" altLang="en-US" dirty="0"/>
              <a:t>编辑母版文本样式</a:t>
            </a:r>
            <a:endParaRPr lang="zh-CN" altLang="en-US" dirty="0"/>
          </a:p>
        </p:txBody>
      </p:sp>
      <p:sp>
        <p:nvSpPr>
          <p:cNvPr id="6" name="箭头: 五边形 5"/>
          <p:cNvSpPr/>
          <p:nvPr userDrawn="1"/>
        </p:nvSpPr>
        <p:spPr>
          <a:xfrm rot="16200000">
            <a:off x="10605854" y="5156200"/>
            <a:ext cx="2879387" cy="3403600"/>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箭头: 五边形 7"/>
          <p:cNvSpPr/>
          <p:nvPr userDrawn="1"/>
        </p:nvSpPr>
        <p:spPr>
          <a:xfrm>
            <a:off x="-2680781" y="0"/>
            <a:ext cx="5753100" cy="9620654"/>
          </a:xfrm>
          <a:prstGeom prst="homePlate">
            <a:avLst>
              <a:gd name="adj" fmla="val 5086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箭头: 五边形 4"/>
          <p:cNvSpPr/>
          <p:nvPr userDrawn="1"/>
        </p:nvSpPr>
        <p:spPr>
          <a:xfrm rot="5400000">
            <a:off x="7310335" y="-1872573"/>
            <a:ext cx="2616740" cy="4241259"/>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结束页2">
    <p:spTree>
      <p:nvGrpSpPr>
        <p:cNvPr id="1" name=""/>
        <p:cNvGrpSpPr/>
        <p:nvPr/>
      </p:nvGrpSpPr>
      <p:grpSpPr>
        <a:xfrm>
          <a:off x="0" y="0"/>
          <a:ext cx="0" cy="0"/>
          <a:chOff x="0" y="0"/>
          <a:chExt cx="0" cy="0"/>
        </a:xfrm>
      </p:grpSpPr>
      <p:sp>
        <p:nvSpPr>
          <p:cNvPr id="6" name="椭圆 5"/>
          <p:cNvSpPr/>
          <p:nvPr userDrawn="1"/>
        </p:nvSpPr>
        <p:spPr>
          <a:xfrm>
            <a:off x="-2319371" y="4211980"/>
            <a:ext cx="5113371" cy="51133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p:cNvSpPr/>
          <p:nvPr userDrawn="1"/>
        </p:nvSpPr>
        <p:spPr>
          <a:xfrm>
            <a:off x="10560051" y="-2647819"/>
            <a:ext cx="4418254" cy="44182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0" y="217487"/>
            <a:ext cx="10858500" cy="811213"/>
          </a:xfrm>
          <a:prstGeom prst="rect">
            <a:avLst/>
          </a:prstGeom>
        </p:spPr>
        <p:txBody>
          <a:bodyPr vert="horz" lIns="0" tIns="0" rIns="0" bIns="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604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75700" y="635634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15AB8F-1C56-49E9-90C8-78D22B0C1B97}" type="slidenum">
              <a:rPr lang="zh-CN" altLang="en-US" smtClean="0"/>
            </a:fld>
            <a:endParaRPr lang="zh-CN" altLang="en-US"/>
          </a:p>
        </p:txBody>
      </p:sp>
      <p:sp>
        <p:nvSpPr>
          <p:cNvPr id="7" name="椭圆 6"/>
          <p:cNvSpPr/>
          <p:nvPr userDrawn="1"/>
        </p:nvSpPr>
        <p:spPr>
          <a:xfrm>
            <a:off x="4749800" y="-45720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userDrawn="1"/>
        </p:nvSpPr>
        <p:spPr>
          <a:xfrm>
            <a:off x="4572000" y="90932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1.xml"/><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1.xml"/><Relationship Id="rId2" Type="http://schemas.openxmlformats.org/officeDocument/2006/relationships/image" Target="../media/image10.jpeg"/><Relationship Id="rId1" Type="http://schemas.openxmlformats.org/officeDocument/2006/relationships/image" Target="../media/image9.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1.xml"/><Relationship Id="rId2" Type="http://schemas.openxmlformats.org/officeDocument/2006/relationships/image" Target="../media/image12.jpeg"/><Relationship Id="rId1" Type="http://schemas.openxmlformats.org/officeDocument/2006/relationships/image" Target="../media/image11.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1.xml"/><Relationship Id="rId1" Type="http://schemas.openxmlformats.org/officeDocument/2006/relationships/image" Target="../media/image13.emf"/></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1.xml"/><Relationship Id="rId2" Type="http://schemas.openxmlformats.org/officeDocument/2006/relationships/image" Target="../media/image15.png"/><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1.xml"/><Relationship Id="rId1" Type="http://schemas.openxmlformats.org/officeDocument/2006/relationships/image" Target="../media/image16.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1.xml"/><Relationship Id="rId1" Type="http://schemas.openxmlformats.org/officeDocument/2006/relationships/image" Target="../media/image12.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8.xml"/><Relationship Id="rId1"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759200" y="3574200"/>
            <a:ext cx="8432800" cy="3472330"/>
          </a:xfrm>
          <a:prstGeom prst="rect">
            <a:avLst/>
          </a:prstGeom>
        </p:spPr>
      </p:pic>
      <p:sp>
        <p:nvSpPr>
          <p:cNvPr id="8" name="文本占位符 1"/>
          <p:cNvSpPr txBox="1"/>
          <p:nvPr/>
        </p:nvSpPr>
        <p:spPr>
          <a:xfrm>
            <a:off x="4255911" y="736421"/>
            <a:ext cx="7021811" cy="2189795"/>
          </a:xfrm>
          <a:prstGeom prst="rect">
            <a:avLst/>
          </a:prstGeom>
        </p:spPr>
        <p:txBody>
          <a:bodyPr lIns="0" rIns="0" anchor="ctr" anchorCtr="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zh-CN" sz="4300" b="1" dirty="0">
                <a:solidFill>
                  <a:schemeClr val="accent1"/>
                </a:solidFill>
                <a:cs typeface="+mn-ea"/>
                <a:sym typeface="+mn-lt"/>
              </a:rPr>
              <a:t>2026</a:t>
            </a:r>
            <a:endParaRPr lang="en-US" altLang="zh-CN" sz="4300" b="1" dirty="0">
              <a:solidFill>
                <a:schemeClr val="accent1"/>
              </a:solidFill>
              <a:cs typeface="+mn-ea"/>
              <a:sym typeface="+mn-lt"/>
            </a:endParaRPr>
          </a:p>
          <a:p>
            <a:pPr marL="0" indent="0">
              <a:lnSpc>
                <a:spcPct val="100000"/>
              </a:lnSpc>
              <a:spcBef>
                <a:spcPts val="0"/>
              </a:spcBef>
              <a:buNone/>
            </a:pPr>
            <a:r>
              <a:rPr lang="en-US" altLang="zh-CN" sz="6600" b="1" dirty="0" err="1">
                <a:solidFill>
                  <a:schemeClr val="accent1"/>
                </a:solidFill>
                <a:cs typeface="+mn-ea"/>
                <a:sym typeface="+mn-lt"/>
              </a:rPr>
              <a:t>RoboCup-kidsize</a:t>
            </a:r>
            <a:endParaRPr lang="zh-CN" altLang="en-US" sz="6600" b="1" dirty="0">
              <a:solidFill>
                <a:schemeClr val="accent1"/>
              </a:solidFill>
              <a:cs typeface="+mn-ea"/>
              <a:sym typeface="+mn-lt"/>
            </a:endParaRPr>
          </a:p>
        </p:txBody>
      </p:sp>
      <p:grpSp>
        <p:nvGrpSpPr>
          <p:cNvPr id="10" name="组合 9"/>
          <p:cNvGrpSpPr/>
          <p:nvPr/>
        </p:nvGrpSpPr>
        <p:grpSpPr>
          <a:xfrm>
            <a:off x="4255911" y="2891906"/>
            <a:ext cx="7021811" cy="537094"/>
            <a:chOff x="4255911" y="2926216"/>
            <a:chExt cx="7021811" cy="864000"/>
          </a:xfrm>
        </p:grpSpPr>
        <p:cxnSp>
          <p:nvCxnSpPr>
            <p:cNvPr id="3" name="直接连接符 2"/>
            <p:cNvCxnSpPr/>
            <p:nvPr/>
          </p:nvCxnSpPr>
          <p:spPr>
            <a:xfrm flipH="1">
              <a:off x="4255911" y="2926216"/>
              <a:ext cx="0" cy="864000"/>
            </a:xfrm>
            <a:prstGeom prst="line">
              <a:avLst/>
            </a:prstGeom>
            <a:ln w="50800" cmpd="thickThi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4831767" y="3059180"/>
              <a:ext cx="6445955" cy="641500"/>
            </a:xfrm>
            <a:prstGeom prst="rect">
              <a:avLst/>
            </a:prstGeom>
            <a:noFill/>
          </p:spPr>
          <p:txBody>
            <a:bodyPr wrap="square" rtlCol="0">
              <a:spAutoFit/>
            </a:bodyPr>
            <a:lstStyle/>
            <a:p>
              <a:r>
                <a:rPr lang="zh-CN" altLang="en-US" sz="2000" dirty="0">
                  <a:solidFill>
                    <a:schemeClr val="accent1"/>
                  </a:solidFill>
                  <a:cs typeface="+mn-ea"/>
                </a:rPr>
                <a:t>宣讲人：</a:t>
              </a:r>
              <a:endParaRPr lang="zh-CN" sz="2000" dirty="0">
                <a:solidFill>
                  <a:schemeClr val="accent1"/>
                </a:solidFill>
                <a:cs typeface="+mn-ea"/>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5" y="237834"/>
            <a:ext cx="8168208" cy="790865"/>
          </a:xfrm>
        </p:spPr>
        <p:txBody>
          <a:bodyPr/>
          <a:lstStyle/>
          <a:p>
            <a:r>
              <a:rPr lang="en-US" altLang="zh-CN" dirty="0" err="1">
                <a:latin typeface="+mn-lt"/>
                <a:ea typeface="+mn-ea"/>
                <a:cs typeface="+mn-ea"/>
                <a:sym typeface="+mn-lt"/>
              </a:rPr>
              <a:t>RoboCup</a:t>
            </a:r>
            <a:r>
              <a:rPr lang="zh-CN" altLang="en-US" dirty="0">
                <a:latin typeface="+mn-lt"/>
                <a:ea typeface="+mn-ea"/>
                <a:cs typeface="+mn-ea"/>
                <a:sym typeface="+mn-lt"/>
              </a:rPr>
              <a:t>机器人世界杯</a:t>
            </a:r>
            <a:endParaRPr lang="zh-CN" altLang="en-US" b="1" dirty="0">
              <a:latin typeface="+mn-lt"/>
              <a:ea typeface="+mn-ea"/>
              <a:cs typeface="+mn-ea"/>
              <a:sym typeface="+mn-lt"/>
            </a:endParaRPr>
          </a:p>
        </p:txBody>
      </p:sp>
      <p:sp>
        <p:nvSpPr>
          <p:cNvPr id="5" name="灯片编号占位符 4"/>
          <p:cNvSpPr>
            <a:spLocks noGrp="1"/>
          </p:cNvSpPr>
          <p:nvPr>
            <p:ph type="sldNum" sz="quarter" idx="12"/>
          </p:nvPr>
        </p:nvSpPr>
        <p:spPr/>
        <p:txBody>
          <a:bodyPr/>
          <a:lstStyle/>
          <a:p>
            <a:fld id="{2515AB8F-1C56-49E9-90C8-78D22B0C1B97}" type="slidenum">
              <a:rPr lang="zh-CN" altLang="en-US" smtClean="0">
                <a:cs typeface="+mn-ea"/>
                <a:sym typeface="+mn-lt"/>
              </a:rPr>
            </a:fld>
            <a:endParaRPr lang="zh-CN" altLang="en-US">
              <a:cs typeface="+mn-ea"/>
              <a:sym typeface="+mn-lt"/>
            </a:endParaRPr>
          </a:p>
        </p:txBody>
      </p:sp>
      <p:sp>
        <p:nvSpPr>
          <p:cNvPr id="4" name="矩形: 圆角 3"/>
          <p:cNvSpPr/>
          <p:nvPr/>
        </p:nvSpPr>
        <p:spPr>
          <a:xfrm>
            <a:off x="1245932" y="1371601"/>
            <a:ext cx="9899297" cy="4114798"/>
          </a:xfrm>
          <a:prstGeom prst="roundRect">
            <a:avLst>
              <a:gd name="adj" fmla="val 2253"/>
            </a:avLst>
          </a:prstGeom>
          <a:solidFill>
            <a:schemeClr val="bg1"/>
          </a:solidFill>
          <a:ln>
            <a:noFill/>
          </a:ln>
          <a:effectLst>
            <a:outerShdw blurRad="127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 name="矩形: 圆角 2"/>
          <p:cNvSpPr/>
          <p:nvPr/>
        </p:nvSpPr>
        <p:spPr>
          <a:xfrm>
            <a:off x="1084405" y="1585620"/>
            <a:ext cx="9899297" cy="4114799"/>
          </a:xfrm>
          <a:prstGeom prst="roundRect">
            <a:avLst>
              <a:gd name="adj" fmla="val 2253"/>
            </a:avLst>
          </a:prstGeom>
          <a:solidFill>
            <a:schemeClr val="bg1"/>
          </a:solidFill>
          <a:ln>
            <a:noFill/>
          </a:ln>
          <a:effectLst>
            <a:outerShdw blurRad="190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7" name="文本框 6"/>
          <p:cNvSpPr txBox="1"/>
          <p:nvPr/>
        </p:nvSpPr>
        <p:spPr>
          <a:xfrm>
            <a:off x="1511817" y="2018526"/>
            <a:ext cx="8715916" cy="3248986"/>
          </a:xfrm>
          <a:prstGeom prst="rect">
            <a:avLst/>
          </a:prstGeom>
          <a:noFill/>
        </p:spPr>
        <p:txBody>
          <a:bodyPr wrap="square" rtlCol="0">
            <a:normAutofit/>
          </a:bodyPr>
          <a:lstStyle/>
          <a:p>
            <a:pPr marL="342900" indent="-342900" algn="just">
              <a:lnSpc>
                <a:spcPct val="130000"/>
              </a:lnSpc>
              <a:buFont typeface="Arial" panose="020B0604020202020204" pitchFamily="34" charset="0"/>
              <a:buChar char="•"/>
            </a:pPr>
            <a:r>
              <a:rPr lang="en-US" altLang="zh-CN" sz="2000" b="0" i="0" dirty="0" err="1">
                <a:solidFill>
                  <a:srgbClr val="3B3B3B"/>
                </a:solidFill>
                <a:effectLst/>
                <a:latin typeface="微软雅黑" panose="020B0503020204020204" pitchFamily="34" charset="-122"/>
                <a:ea typeface="微软雅黑" panose="020B0503020204020204" pitchFamily="34" charset="-122"/>
              </a:rPr>
              <a:t>RoboCup</a:t>
            </a:r>
            <a:r>
              <a:rPr lang="en-US" altLang="zh-CN" sz="2000" b="0" i="0" dirty="0">
                <a:solidFill>
                  <a:srgbClr val="3B3B3B"/>
                </a:solidFill>
                <a:effectLst/>
                <a:latin typeface="微软雅黑" panose="020B0503020204020204" pitchFamily="34" charset="-122"/>
                <a:ea typeface="微软雅黑" panose="020B0503020204020204" pitchFamily="34" charset="-122"/>
              </a:rPr>
              <a:t> </a:t>
            </a:r>
            <a:r>
              <a:rPr lang="zh-CN" altLang="en-US" sz="2000" b="0" i="0" dirty="0">
                <a:solidFill>
                  <a:srgbClr val="3B3B3B"/>
                </a:solidFill>
                <a:effectLst/>
                <a:latin typeface="微软雅黑" panose="020B0503020204020204" pitchFamily="34" charset="-122"/>
                <a:ea typeface="微软雅黑" panose="020B0503020204020204" pitchFamily="34" charset="-122"/>
              </a:rPr>
              <a:t>机器人世界杯是世界机器人竞赛领域影响力非常大、综合技术水平高、参与范围广的专业机器人竞赛，由加拿大大不列颠哥伦比亚大学教授 </a:t>
            </a:r>
            <a:r>
              <a:rPr lang="en-US" altLang="zh-CN" sz="2000" b="0" i="0" dirty="0">
                <a:solidFill>
                  <a:srgbClr val="3B3B3B"/>
                </a:solidFill>
                <a:effectLst/>
                <a:latin typeface="微软雅黑" panose="020B0503020204020204" pitchFamily="34" charset="-122"/>
                <a:ea typeface="微软雅黑" panose="020B0503020204020204" pitchFamily="34" charset="-122"/>
              </a:rPr>
              <a:t>Alan Mackworth </a:t>
            </a:r>
            <a:r>
              <a:rPr lang="zh-CN" altLang="en-US" sz="2000" b="0" i="0" dirty="0">
                <a:solidFill>
                  <a:srgbClr val="3B3B3B"/>
                </a:solidFill>
                <a:effectLst/>
                <a:latin typeface="微软雅黑" panose="020B0503020204020204" pitchFamily="34" charset="-122"/>
                <a:ea typeface="微软雅黑" panose="020B0503020204020204" pitchFamily="34" charset="-122"/>
              </a:rPr>
              <a:t>在</a:t>
            </a:r>
            <a:r>
              <a:rPr lang="en-US" altLang="zh-CN" sz="2000" b="0" i="0" dirty="0">
                <a:solidFill>
                  <a:srgbClr val="3B3B3B"/>
                </a:solidFill>
                <a:effectLst/>
                <a:latin typeface="微软雅黑" panose="020B0503020204020204" pitchFamily="34" charset="-122"/>
                <a:ea typeface="微软雅黑" panose="020B0503020204020204" pitchFamily="34" charset="-122"/>
              </a:rPr>
              <a:t>1992</a:t>
            </a:r>
            <a:r>
              <a:rPr lang="zh-CN" altLang="en-US" sz="2000" b="0" i="0" dirty="0">
                <a:solidFill>
                  <a:srgbClr val="3B3B3B"/>
                </a:solidFill>
                <a:effectLst/>
                <a:latin typeface="微软雅黑" panose="020B0503020204020204" pitchFamily="34" charset="-122"/>
                <a:ea typeface="微软雅黑" panose="020B0503020204020204" pitchFamily="34" charset="-122"/>
              </a:rPr>
              <a:t>年次提出。其目的是通过机器人足球比赛，为人工智能和智能机器人学科的发展提供一个具有标志性和挑战性的课题，为相关领域的研究提供一个动态对抗的标准化环境。</a:t>
            </a:r>
            <a:endParaRPr lang="en-US" altLang="zh-CN" sz="2000" b="0" i="0" dirty="0">
              <a:solidFill>
                <a:srgbClr val="3B3B3B"/>
              </a:solidFill>
              <a:effectLst/>
              <a:latin typeface="微软雅黑" panose="020B0503020204020204" pitchFamily="34" charset="-122"/>
              <a:ea typeface="微软雅黑" panose="020B0503020204020204" pitchFamily="34" charset="-122"/>
            </a:endParaRPr>
          </a:p>
          <a:p>
            <a:pPr marL="342900" indent="-342900" algn="just">
              <a:lnSpc>
                <a:spcPct val="130000"/>
              </a:lnSpc>
              <a:buFont typeface="Arial" panose="020B0604020202020204" pitchFamily="34" charset="0"/>
              <a:buChar char="•"/>
            </a:pPr>
            <a:r>
              <a:rPr lang="en-US" altLang="zh-CN" sz="2000" b="0" i="0" dirty="0" err="1">
                <a:solidFill>
                  <a:srgbClr val="3B3B3B"/>
                </a:solidFill>
                <a:effectLst/>
                <a:latin typeface="微软雅黑" panose="020B0503020204020204" pitchFamily="34" charset="-122"/>
                <a:ea typeface="微软雅黑" panose="020B0503020204020204" pitchFamily="34" charset="-122"/>
              </a:rPr>
              <a:t>RoboCup</a:t>
            </a:r>
            <a:r>
              <a:rPr lang="en-US" altLang="zh-CN" sz="2000" b="0" i="0" dirty="0">
                <a:solidFill>
                  <a:srgbClr val="3B3B3B"/>
                </a:solidFill>
                <a:effectLst/>
                <a:latin typeface="微软雅黑" panose="020B0503020204020204" pitchFamily="34" charset="-122"/>
                <a:ea typeface="微软雅黑" panose="020B0503020204020204" pitchFamily="34" charset="-122"/>
              </a:rPr>
              <a:t> </a:t>
            </a:r>
            <a:r>
              <a:rPr lang="zh-CN" altLang="en-US" sz="2000" b="0" i="0" dirty="0">
                <a:solidFill>
                  <a:srgbClr val="3B3B3B"/>
                </a:solidFill>
                <a:effectLst/>
                <a:latin typeface="微软雅黑" panose="020B0503020204020204" pitchFamily="34" charset="-122"/>
                <a:ea typeface="微软雅黑" panose="020B0503020204020204" pitchFamily="34" charset="-122"/>
              </a:rPr>
              <a:t>机器人世界杯中国赛（</a:t>
            </a:r>
            <a:r>
              <a:rPr lang="en-US" altLang="zh-CN" sz="2000" b="0" i="0" dirty="0" err="1">
                <a:solidFill>
                  <a:srgbClr val="3B3B3B"/>
                </a:solidFill>
                <a:effectLst/>
                <a:latin typeface="微软雅黑" panose="020B0503020204020204" pitchFamily="34" charset="-122"/>
                <a:ea typeface="微软雅黑" panose="020B0503020204020204" pitchFamily="34" charset="-122"/>
              </a:rPr>
              <a:t>RoboCup</a:t>
            </a:r>
            <a:r>
              <a:rPr lang="en-US" altLang="zh-CN" sz="2000" b="0" i="0" dirty="0">
                <a:solidFill>
                  <a:srgbClr val="3B3B3B"/>
                </a:solidFill>
                <a:effectLst/>
                <a:latin typeface="微软雅黑" panose="020B0503020204020204" pitchFamily="34" charset="-122"/>
                <a:ea typeface="微软雅黑" panose="020B0503020204020204" pitchFamily="34" charset="-122"/>
              </a:rPr>
              <a:t> China Open</a:t>
            </a:r>
            <a:r>
              <a:rPr lang="zh-CN" altLang="en-US" sz="2000" b="0" i="0" dirty="0">
                <a:solidFill>
                  <a:srgbClr val="3B3B3B"/>
                </a:solidFill>
                <a:effectLst/>
                <a:latin typeface="微软雅黑" panose="020B0503020204020204" pitchFamily="34" charset="-122"/>
                <a:ea typeface="微软雅黑" panose="020B0503020204020204" pitchFamily="34" charset="-122"/>
              </a:rPr>
              <a:t>）是 </a:t>
            </a:r>
            <a:r>
              <a:rPr lang="en-US" altLang="zh-CN" sz="2000" b="0" i="0" dirty="0" err="1">
                <a:solidFill>
                  <a:srgbClr val="3B3B3B"/>
                </a:solidFill>
                <a:effectLst/>
                <a:latin typeface="微软雅黑" panose="020B0503020204020204" pitchFamily="34" charset="-122"/>
                <a:ea typeface="微软雅黑" panose="020B0503020204020204" pitchFamily="34" charset="-122"/>
              </a:rPr>
              <a:t>RoboCup</a:t>
            </a:r>
            <a:r>
              <a:rPr lang="zh-CN" altLang="en-US" sz="2000" b="0" i="0" dirty="0">
                <a:solidFill>
                  <a:srgbClr val="3B3B3B"/>
                </a:solidFill>
                <a:effectLst/>
                <a:latin typeface="微软雅黑" panose="020B0503020204020204" pitchFamily="34" charset="-122"/>
                <a:ea typeface="微软雅黑" panose="020B0503020204020204" pitchFamily="34" charset="-122"/>
              </a:rPr>
              <a:t>机器人世界杯的正式地区性赛事</a:t>
            </a:r>
            <a:r>
              <a:rPr lang="zh-CN" altLang="en-US" sz="2000" b="0" i="0" dirty="0">
                <a:solidFill>
                  <a:srgbClr val="3B3B3B"/>
                </a:solidFill>
                <a:effectLst/>
                <a:latin typeface="微软雅黑" panose="020B0503020204020204" pitchFamily="34" charset="-122"/>
                <a:ea typeface="微软雅黑" panose="020B0503020204020204" pitchFamily="34" charset="-122"/>
                <a:cs typeface="+mn-ea"/>
                <a:sym typeface="+mn-lt"/>
              </a:rPr>
              <a:t>，</a:t>
            </a:r>
            <a:r>
              <a:rPr lang="zh-CN" altLang="en-US" sz="2000" dirty="0">
                <a:latin typeface="Arial" panose="020B0604020202020204" pitchFamily="34" charset="0"/>
                <a:ea typeface="微软雅黑" panose="020B0503020204020204" pitchFamily="34" charset="-122"/>
                <a:cs typeface="Arial" panose="020B0604020202020204" pitchFamily="34" charset="0"/>
              </a:rPr>
              <a:t>由中国自动化学会和 </a:t>
            </a:r>
            <a:r>
              <a:rPr lang="en-US" altLang="zh-CN" sz="2000" dirty="0" err="1">
                <a:latin typeface="Arial" panose="020B0604020202020204" pitchFamily="34" charset="0"/>
                <a:ea typeface="微软雅黑" panose="020B0503020204020204" pitchFamily="34" charset="-122"/>
                <a:cs typeface="Arial" panose="020B0604020202020204" pitchFamily="34" charset="0"/>
              </a:rPr>
              <a:t>RoboCup</a:t>
            </a:r>
            <a:r>
              <a:rPr lang="en-US" altLang="zh-CN" sz="2000" dirty="0">
                <a:latin typeface="Arial" panose="020B0604020202020204" pitchFamily="34" charset="0"/>
                <a:ea typeface="微软雅黑" panose="020B0503020204020204" pitchFamily="34" charset="-122"/>
                <a:cs typeface="Arial" panose="020B0604020202020204" pitchFamily="34" charset="0"/>
              </a:rPr>
              <a:t> </a:t>
            </a:r>
            <a:r>
              <a:rPr lang="zh-CN" altLang="en-US" sz="2000" dirty="0">
                <a:latin typeface="Arial" panose="020B0604020202020204" pitchFamily="34" charset="0"/>
                <a:ea typeface="微软雅黑" panose="020B0503020204020204" pitchFamily="34" charset="-122"/>
                <a:cs typeface="Arial" panose="020B0604020202020204" pitchFamily="34" charset="0"/>
              </a:rPr>
              <a:t>中国委员会主办。</a:t>
            </a:r>
            <a:endParaRPr lang="zh-CN" altLang="en-US" sz="2000" dirty="0">
              <a:cs typeface="+mn-ea"/>
              <a:sym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2515AB8F-1C56-49E9-90C8-78D22B0C1B97}" type="slidenum">
              <a:rPr lang="zh-CN" altLang="en-US" smtClean="0">
                <a:cs typeface="+mn-ea"/>
                <a:sym typeface="+mn-lt"/>
              </a:rPr>
            </a:fld>
            <a:endParaRPr lang="zh-CN" altLang="en-US">
              <a:cs typeface="+mn-ea"/>
              <a:sym typeface="+mn-lt"/>
            </a:endParaRPr>
          </a:p>
        </p:txBody>
      </p:sp>
      <p:sp>
        <p:nvSpPr>
          <p:cNvPr id="4" name="矩形: 圆角 3"/>
          <p:cNvSpPr/>
          <p:nvPr/>
        </p:nvSpPr>
        <p:spPr>
          <a:xfrm>
            <a:off x="1245932" y="1371601"/>
            <a:ext cx="9899297" cy="4114798"/>
          </a:xfrm>
          <a:prstGeom prst="roundRect">
            <a:avLst>
              <a:gd name="adj" fmla="val 2253"/>
            </a:avLst>
          </a:prstGeom>
          <a:solidFill>
            <a:schemeClr val="bg1"/>
          </a:solidFill>
          <a:ln>
            <a:noFill/>
          </a:ln>
          <a:effectLst>
            <a:outerShdw blurRad="127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9" name="标题 1"/>
          <p:cNvSpPr>
            <a:spLocks noGrp="1"/>
          </p:cNvSpPr>
          <p:nvPr>
            <p:ph type="title"/>
          </p:nvPr>
        </p:nvSpPr>
        <p:spPr>
          <a:xfrm>
            <a:off x="1091255" y="237834"/>
            <a:ext cx="8168208" cy="790865"/>
          </a:xfrm>
        </p:spPr>
        <p:txBody>
          <a:bodyPr/>
          <a:lstStyle/>
          <a:p>
            <a:r>
              <a:rPr lang="en-US" altLang="zh-CN" dirty="0" err="1">
                <a:latin typeface="+mn-lt"/>
                <a:ea typeface="+mn-ea"/>
                <a:cs typeface="+mn-ea"/>
                <a:sym typeface="+mn-lt"/>
              </a:rPr>
              <a:t>RoboCup</a:t>
            </a:r>
            <a:r>
              <a:rPr lang="en-US" altLang="zh-CN" dirty="0">
                <a:latin typeface="+mn-lt"/>
                <a:ea typeface="+mn-ea"/>
                <a:cs typeface="+mn-ea"/>
                <a:sym typeface="+mn-lt"/>
              </a:rPr>
              <a:t> </a:t>
            </a:r>
            <a:r>
              <a:rPr lang="en-US" altLang="zh-CN" dirty="0" err="1">
                <a:latin typeface="+mn-lt"/>
                <a:ea typeface="+mn-ea"/>
                <a:cs typeface="+mn-ea"/>
                <a:sym typeface="+mn-lt"/>
              </a:rPr>
              <a:t>kidsize</a:t>
            </a:r>
            <a:r>
              <a:rPr lang="zh-CN" altLang="en-US" dirty="0">
                <a:latin typeface="+mn-lt"/>
                <a:ea typeface="+mn-ea"/>
                <a:cs typeface="+mn-ea"/>
                <a:sym typeface="+mn-lt"/>
              </a:rPr>
              <a:t> （类人组）</a:t>
            </a:r>
            <a:endParaRPr lang="zh-CN" altLang="en-US" b="1" dirty="0">
              <a:latin typeface="+mn-lt"/>
              <a:ea typeface="+mn-ea"/>
              <a:cs typeface="+mn-ea"/>
              <a:sym typeface="+mn-lt"/>
            </a:endParaRPr>
          </a:p>
        </p:txBody>
      </p:sp>
      <p:pic>
        <p:nvPicPr>
          <p:cNvPr id="14" name="图片 1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894809" y="1264895"/>
            <a:ext cx="3286180" cy="4328207"/>
          </a:xfrm>
          <a:prstGeom prst="rect">
            <a:avLst/>
          </a:prstGeom>
        </p:spPr>
      </p:pic>
      <p:pic>
        <p:nvPicPr>
          <p:cNvPr id="6" name="图片 5" descr="IMG_20260531_110304"/>
          <p:cNvPicPr>
            <a:picLocks noChangeAspect="1"/>
          </p:cNvPicPr>
          <p:nvPr/>
        </p:nvPicPr>
        <p:blipFill>
          <a:blip r:embed="rId2"/>
          <a:srcRect l="19736" t="26185" r="13625" b="6120"/>
          <a:stretch>
            <a:fillRect/>
          </a:stretch>
        </p:blipFill>
        <p:spPr>
          <a:xfrm>
            <a:off x="7372985" y="1678940"/>
            <a:ext cx="4525645" cy="3448685"/>
          </a:xfrm>
          <a:prstGeom prst="rect">
            <a:avLst/>
          </a:prstGeom>
        </p:spPr>
      </p:pic>
      <p:pic>
        <p:nvPicPr>
          <p:cNvPr id="7" name="图片 6" descr="IMG_20260529_172817"/>
          <p:cNvPicPr>
            <a:picLocks noChangeAspect="1"/>
          </p:cNvPicPr>
          <p:nvPr/>
        </p:nvPicPr>
        <p:blipFill>
          <a:blip r:embed="rId3"/>
          <a:srcRect l="41556" t="24435" r="34597" b="36009"/>
          <a:stretch>
            <a:fillRect/>
          </a:stretch>
        </p:blipFill>
        <p:spPr>
          <a:xfrm>
            <a:off x="399415" y="1464945"/>
            <a:ext cx="3232150" cy="40214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5" y="237834"/>
            <a:ext cx="8168208" cy="790865"/>
          </a:xfrm>
        </p:spPr>
        <p:txBody>
          <a:bodyPr/>
          <a:lstStyle/>
          <a:p>
            <a:r>
              <a:rPr lang="en-US" altLang="zh-CN" dirty="0" err="1">
                <a:latin typeface="+mn-lt"/>
                <a:ea typeface="+mn-ea"/>
                <a:cs typeface="+mn-ea"/>
                <a:sym typeface="+mn-lt"/>
              </a:rPr>
              <a:t>RoboCup</a:t>
            </a:r>
            <a:r>
              <a:rPr lang="en-US" altLang="zh-CN" dirty="0">
                <a:latin typeface="+mn-lt"/>
                <a:ea typeface="+mn-ea"/>
                <a:cs typeface="+mn-ea"/>
                <a:sym typeface="+mn-lt"/>
              </a:rPr>
              <a:t> </a:t>
            </a:r>
            <a:r>
              <a:rPr lang="en-US" altLang="zh-CN" dirty="0" err="1">
                <a:latin typeface="+mn-lt"/>
                <a:ea typeface="+mn-ea"/>
                <a:cs typeface="+mn-ea"/>
                <a:sym typeface="+mn-lt"/>
              </a:rPr>
              <a:t>kidsize</a:t>
            </a:r>
            <a:r>
              <a:rPr lang="zh-CN" altLang="en-US" dirty="0">
                <a:latin typeface="+mn-lt"/>
                <a:ea typeface="+mn-ea"/>
                <a:cs typeface="+mn-ea"/>
                <a:sym typeface="+mn-lt"/>
              </a:rPr>
              <a:t> （类人组）</a:t>
            </a:r>
            <a:endParaRPr lang="zh-CN" altLang="en-US" b="1" dirty="0">
              <a:latin typeface="+mn-lt"/>
              <a:ea typeface="+mn-ea"/>
              <a:cs typeface="+mn-ea"/>
              <a:sym typeface="+mn-lt"/>
            </a:endParaRPr>
          </a:p>
        </p:txBody>
      </p:sp>
      <p:sp>
        <p:nvSpPr>
          <p:cNvPr id="5" name="灯片编号占位符 4"/>
          <p:cNvSpPr>
            <a:spLocks noGrp="1"/>
          </p:cNvSpPr>
          <p:nvPr>
            <p:ph type="sldNum" sz="quarter" idx="12"/>
          </p:nvPr>
        </p:nvSpPr>
        <p:spPr/>
        <p:txBody>
          <a:bodyPr/>
          <a:lstStyle/>
          <a:p>
            <a:fld id="{2515AB8F-1C56-49E9-90C8-78D22B0C1B97}" type="slidenum">
              <a:rPr lang="zh-CN" altLang="en-US" smtClean="0">
                <a:cs typeface="+mn-ea"/>
                <a:sym typeface="+mn-lt"/>
              </a:rPr>
            </a:fld>
            <a:endParaRPr lang="zh-CN" altLang="en-US">
              <a:cs typeface="+mn-ea"/>
              <a:sym typeface="+mn-lt"/>
            </a:endParaRPr>
          </a:p>
        </p:txBody>
      </p:sp>
      <p:sp>
        <p:nvSpPr>
          <p:cNvPr id="4" name="矩形: 圆角 3"/>
          <p:cNvSpPr/>
          <p:nvPr/>
        </p:nvSpPr>
        <p:spPr>
          <a:xfrm>
            <a:off x="1245932" y="1371601"/>
            <a:ext cx="9899297" cy="4114798"/>
          </a:xfrm>
          <a:prstGeom prst="roundRect">
            <a:avLst>
              <a:gd name="adj" fmla="val 2253"/>
            </a:avLst>
          </a:prstGeom>
          <a:solidFill>
            <a:schemeClr val="bg1"/>
          </a:solidFill>
          <a:ln>
            <a:noFill/>
          </a:ln>
          <a:effectLst>
            <a:outerShdw blurRad="127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 name="矩形: 圆角 2"/>
          <p:cNvSpPr/>
          <p:nvPr/>
        </p:nvSpPr>
        <p:spPr>
          <a:xfrm>
            <a:off x="1084405" y="1585620"/>
            <a:ext cx="9899297" cy="4114799"/>
          </a:xfrm>
          <a:prstGeom prst="roundRect">
            <a:avLst>
              <a:gd name="adj" fmla="val 2253"/>
            </a:avLst>
          </a:prstGeom>
          <a:solidFill>
            <a:schemeClr val="bg1"/>
          </a:solidFill>
          <a:ln>
            <a:noFill/>
          </a:ln>
          <a:effectLst>
            <a:outerShdw blurRad="190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7" name="文本框 6"/>
          <p:cNvSpPr txBox="1"/>
          <p:nvPr/>
        </p:nvSpPr>
        <p:spPr>
          <a:xfrm>
            <a:off x="1511817" y="2018526"/>
            <a:ext cx="8715916" cy="3248986"/>
          </a:xfrm>
          <a:prstGeom prst="rect">
            <a:avLst/>
          </a:prstGeom>
          <a:noFill/>
        </p:spPr>
        <p:txBody>
          <a:bodyPr wrap="square" rtlCol="0">
            <a:normAutofit/>
          </a:bodyPr>
          <a:lstStyle/>
          <a:p>
            <a:pPr marL="342900" indent="-342900" algn="just">
              <a:lnSpc>
                <a:spcPct val="130000"/>
              </a:lnSpc>
              <a:buFont typeface="Arial" panose="020B0604020202020204" pitchFamily="34" charset="0"/>
              <a:buChar char="•"/>
            </a:pPr>
            <a:r>
              <a:rPr lang="zh-CN" altLang="en-US" sz="2000" b="0" i="0" dirty="0">
                <a:solidFill>
                  <a:srgbClr val="191919"/>
                </a:solidFill>
                <a:effectLst/>
                <a:latin typeface="PingFang SC"/>
              </a:rPr>
              <a:t>在类人组中，具有人类相似外观及感知能力的自主机器人会进行足球比赛。类人组的众多研究问题包括：机器人运动控制与机器人结构相关的如动态行走、跑步、平衡状态下踢球；机器视觉相关的如视觉感知球</a:t>
            </a:r>
            <a:r>
              <a:rPr lang="zh-CN" altLang="en-US" sz="2000" dirty="0">
                <a:solidFill>
                  <a:srgbClr val="191919"/>
                </a:solidFill>
                <a:latin typeface="PingFang SC"/>
              </a:rPr>
              <a:t>、自定位；还有技术之外的</a:t>
            </a:r>
            <a:r>
              <a:rPr lang="zh-CN" altLang="en-US" sz="2000" b="0" i="0" dirty="0">
                <a:solidFill>
                  <a:srgbClr val="191919"/>
                </a:solidFill>
                <a:effectLst/>
                <a:latin typeface="PingFang SC"/>
              </a:rPr>
              <a:t>场地、团队比赛，等等。</a:t>
            </a:r>
            <a:endParaRPr lang="en-US" altLang="zh-CN" sz="2000" b="0" i="0" dirty="0">
              <a:solidFill>
                <a:srgbClr val="191919"/>
              </a:solidFill>
              <a:effectLst/>
              <a:latin typeface="PingFang SC"/>
            </a:endParaRPr>
          </a:p>
          <a:p>
            <a:pPr marL="342900" indent="-342900" algn="just">
              <a:lnSpc>
                <a:spcPct val="130000"/>
              </a:lnSpc>
              <a:buFont typeface="Arial" panose="020B0604020202020204" pitchFamily="34" charset="0"/>
              <a:buChar char="•"/>
            </a:pPr>
            <a:r>
              <a:rPr lang="zh-CN" altLang="en-US" sz="2000" b="0" i="0" dirty="0">
                <a:solidFill>
                  <a:srgbClr val="191919"/>
                </a:solidFill>
                <a:effectLst/>
                <a:latin typeface="PingFang SC"/>
              </a:rPr>
              <a:t>基于建立的宗旨，将来要建立一只能与人类球队竞技的机器人球队，这几年来，比赛规则修改修改使得机器人的操作越来越像真人的感知</a:t>
            </a:r>
            <a:r>
              <a:rPr lang="en-US" altLang="zh-CN" sz="2000" dirty="0">
                <a:solidFill>
                  <a:srgbClr val="191919"/>
                </a:solidFill>
                <a:latin typeface="PingFang SC"/>
              </a:rPr>
              <a:t>.</a:t>
            </a:r>
            <a:endParaRPr lang="en-US" altLang="zh-CN" sz="2000" b="0" i="0" dirty="0">
              <a:solidFill>
                <a:srgbClr val="191919"/>
              </a:solidFill>
              <a:effectLst/>
              <a:latin typeface="PingFang SC"/>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5" y="237834"/>
            <a:ext cx="8168208" cy="790865"/>
          </a:xfrm>
        </p:spPr>
        <p:txBody>
          <a:bodyPr/>
          <a:lstStyle/>
          <a:p>
            <a:r>
              <a:rPr lang="zh-CN" altLang="en-US" dirty="0">
                <a:latin typeface="+mn-lt"/>
                <a:ea typeface="+mn-ea"/>
                <a:cs typeface="+mn-ea"/>
                <a:sym typeface="+mn-lt"/>
              </a:rPr>
              <a:t>东南大学</a:t>
            </a:r>
            <a:r>
              <a:rPr lang="en-US" altLang="zh-CN" dirty="0" err="1">
                <a:latin typeface="+mn-lt"/>
                <a:ea typeface="+mn-ea"/>
                <a:cs typeface="+mn-ea"/>
                <a:sym typeface="+mn-lt"/>
              </a:rPr>
              <a:t>robocup</a:t>
            </a:r>
            <a:r>
              <a:rPr lang="zh-CN" altLang="en-US" dirty="0">
                <a:latin typeface="+mn-lt"/>
                <a:ea typeface="+mn-ea"/>
                <a:cs typeface="+mn-ea"/>
                <a:sym typeface="+mn-lt"/>
              </a:rPr>
              <a:t>成绩</a:t>
            </a:r>
            <a:endParaRPr lang="zh-CN" altLang="en-US" b="1" dirty="0">
              <a:latin typeface="+mn-lt"/>
              <a:ea typeface="+mn-ea"/>
              <a:cs typeface="+mn-ea"/>
              <a:sym typeface="+mn-lt"/>
            </a:endParaRPr>
          </a:p>
        </p:txBody>
      </p:sp>
      <p:sp>
        <p:nvSpPr>
          <p:cNvPr id="5" name="灯片编号占位符 4"/>
          <p:cNvSpPr>
            <a:spLocks noGrp="1"/>
          </p:cNvSpPr>
          <p:nvPr>
            <p:ph type="sldNum" sz="quarter" idx="12"/>
          </p:nvPr>
        </p:nvSpPr>
        <p:spPr/>
        <p:txBody>
          <a:bodyPr/>
          <a:lstStyle/>
          <a:p>
            <a:fld id="{2515AB8F-1C56-49E9-90C8-78D22B0C1B97}" type="slidenum">
              <a:rPr lang="zh-CN" altLang="en-US" smtClean="0">
                <a:cs typeface="+mn-ea"/>
                <a:sym typeface="+mn-lt"/>
              </a:rPr>
            </a:fld>
            <a:endParaRPr lang="zh-CN" altLang="en-US">
              <a:cs typeface="+mn-ea"/>
              <a:sym typeface="+mn-lt"/>
            </a:endParaRPr>
          </a:p>
        </p:txBody>
      </p:sp>
      <p:sp>
        <p:nvSpPr>
          <p:cNvPr id="4" name="矩形: 圆角 3"/>
          <p:cNvSpPr/>
          <p:nvPr/>
        </p:nvSpPr>
        <p:spPr>
          <a:xfrm>
            <a:off x="1245932" y="1371601"/>
            <a:ext cx="9899297" cy="4114798"/>
          </a:xfrm>
          <a:prstGeom prst="roundRect">
            <a:avLst>
              <a:gd name="adj" fmla="val 2253"/>
            </a:avLst>
          </a:prstGeom>
          <a:solidFill>
            <a:schemeClr val="bg1"/>
          </a:solidFill>
          <a:ln>
            <a:noFill/>
          </a:ln>
          <a:effectLst>
            <a:outerShdw blurRad="127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 name="矩形: 圆角 2"/>
          <p:cNvSpPr/>
          <p:nvPr/>
        </p:nvSpPr>
        <p:spPr>
          <a:xfrm>
            <a:off x="1084405" y="1585620"/>
            <a:ext cx="9899297" cy="4114799"/>
          </a:xfrm>
          <a:prstGeom prst="roundRect">
            <a:avLst>
              <a:gd name="adj" fmla="val 2253"/>
            </a:avLst>
          </a:prstGeom>
          <a:solidFill>
            <a:schemeClr val="bg1"/>
          </a:solidFill>
          <a:ln>
            <a:noFill/>
          </a:ln>
          <a:effectLst>
            <a:outerShdw blurRad="190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7" name="文本框 6"/>
          <p:cNvSpPr txBox="1"/>
          <p:nvPr/>
        </p:nvSpPr>
        <p:spPr>
          <a:xfrm>
            <a:off x="1511817" y="2018526"/>
            <a:ext cx="8715916" cy="3248986"/>
          </a:xfrm>
          <a:prstGeom prst="rect">
            <a:avLst/>
          </a:prstGeom>
          <a:noFill/>
        </p:spPr>
        <p:txBody>
          <a:bodyPr wrap="square" rtlCol="0">
            <a:normAutofit lnSpcReduction="20000"/>
          </a:bodyPr>
          <a:lstStyle/>
          <a:p>
            <a:pPr marL="342900" indent="-342900" algn="just">
              <a:lnSpc>
                <a:spcPct val="130000"/>
              </a:lnSpc>
              <a:buFont typeface="Arial" panose="020B0604020202020204" pitchFamily="34" charset="0"/>
              <a:buChar char="•"/>
            </a:pPr>
            <a:r>
              <a:rPr lang="zh-CN" altLang="en-US" sz="2000" dirty="0">
                <a:latin typeface="Arial" panose="020B0604020202020204" pitchFamily="34" charset="0"/>
                <a:ea typeface="微软雅黑" panose="020B0503020204020204" pitchFamily="34" charset="-122"/>
                <a:cs typeface="Arial" panose="020B0604020202020204" pitchFamily="34" charset="0"/>
              </a:rPr>
              <a:t>东南大学 </a:t>
            </a:r>
            <a:r>
              <a:rPr lang="en-US" altLang="zh-CN" sz="2000" dirty="0" err="1">
                <a:latin typeface="Arial" panose="020B0604020202020204" pitchFamily="34" charset="0"/>
                <a:ea typeface="微软雅黑" panose="020B0503020204020204" pitchFamily="34" charset="-122"/>
                <a:cs typeface="Arial" panose="020B0604020202020204" pitchFamily="34" charset="0"/>
              </a:rPr>
              <a:t>RoboCup</a:t>
            </a:r>
            <a:r>
              <a:rPr lang="en-US" altLang="zh-CN" sz="2000" dirty="0">
                <a:latin typeface="Arial" panose="020B0604020202020204" pitchFamily="34" charset="0"/>
                <a:ea typeface="微软雅黑" panose="020B0503020204020204" pitchFamily="34" charset="-122"/>
                <a:cs typeface="Arial" panose="020B0604020202020204" pitchFamily="34" charset="0"/>
              </a:rPr>
              <a:t> </a:t>
            </a:r>
            <a:r>
              <a:rPr lang="zh-CN" altLang="en-US" sz="2000" dirty="0">
                <a:latin typeface="Arial" panose="020B0604020202020204" pitchFamily="34" charset="0"/>
                <a:ea typeface="微软雅黑" panose="020B0503020204020204" pitchFamily="34" charset="-122"/>
                <a:cs typeface="Arial" panose="020B0604020202020204" pitchFamily="34" charset="0"/>
              </a:rPr>
              <a:t>机器人训练基地 </a:t>
            </a:r>
            <a:r>
              <a:rPr lang="en-US" altLang="zh-CN" sz="2000" dirty="0" err="1">
                <a:latin typeface="Arial" panose="020B0604020202020204" pitchFamily="34" charset="0"/>
                <a:ea typeface="微软雅黑" panose="020B0503020204020204" pitchFamily="34" charset="-122"/>
                <a:cs typeface="Arial" panose="020B0604020202020204" pitchFamily="34" charset="0"/>
              </a:rPr>
              <a:t>KidSize</a:t>
            </a:r>
            <a:r>
              <a:rPr lang="en-US" altLang="zh-CN" sz="2000" dirty="0">
                <a:latin typeface="Arial" panose="020B0604020202020204" pitchFamily="34" charset="0"/>
                <a:ea typeface="微软雅黑" panose="020B0503020204020204" pitchFamily="34" charset="-122"/>
                <a:cs typeface="Arial" panose="020B0604020202020204" pitchFamily="34" charset="0"/>
              </a:rPr>
              <a:t> </a:t>
            </a:r>
            <a:r>
              <a:rPr lang="zh-CN" altLang="en-US" sz="2000" dirty="0">
                <a:latin typeface="Arial" panose="020B0604020202020204" pitchFamily="34" charset="0"/>
                <a:ea typeface="微软雅黑" panose="020B0503020204020204" pitchFamily="34" charset="-122"/>
                <a:cs typeface="Arial" panose="020B0604020202020204" pitchFamily="34" charset="0"/>
              </a:rPr>
              <a:t>队伍组建于</a:t>
            </a:r>
            <a:r>
              <a:rPr lang="en-US" altLang="zh-CN" sz="2000" dirty="0">
                <a:latin typeface="Arial" panose="020B0604020202020204" pitchFamily="34" charset="0"/>
                <a:ea typeface="微软雅黑" panose="020B0503020204020204" pitchFamily="34" charset="-122"/>
                <a:cs typeface="Arial" panose="020B0604020202020204" pitchFamily="34" charset="0"/>
              </a:rPr>
              <a:t>2012</a:t>
            </a:r>
            <a:r>
              <a:rPr lang="zh-CN" altLang="en-US" sz="2000" dirty="0">
                <a:latin typeface="Arial" panose="020B0604020202020204" pitchFamily="34" charset="0"/>
                <a:ea typeface="微软雅黑" panose="020B0503020204020204" pitchFamily="34" charset="-122"/>
                <a:cs typeface="Arial" panose="020B0604020202020204" pitchFamily="34" charset="0"/>
              </a:rPr>
              <a:t>年，于</a:t>
            </a:r>
            <a:r>
              <a:rPr lang="en-US" altLang="zh-CN" sz="2000" dirty="0">
                <a:latin typeface="Arial" panose="020B0604020202020204" pitchFamily="34" charset="0"/>
                <a:ea typeface="微软雅黑" panose="020B0503020204020204" pitchFamily="34" charset="-122"/>
                <a:cs typeface="Arial" panose="020B0604020202020204" pitchFamily="34" charset="0"/>
              </a:rPr>
              <a:t>2015</a:t>
            </a:r>
            <a:r>
              <a:rPr lang="zh-CN" altLang="en-US" sz="2000" dirty="0">
                <a:latin typeface="Arial" panose="020B0604020202020204" pitchFamily="34" charset="0"/>
                <a:ea typeface="微软雅黑" panose="020B0503020204020204" pitchFamily="34" charset="-122"/>
                <a:cs typeface="Arial" panose="020B0604020202020204" pitchFamily="34" charset="0"/>
              </a:rPr>
              <a:t>年首次参加</a:t>
            </a:r>
            <a:r>
              <a:rPr lang="en-US" altLang="zh-CN" sz="2000" dirty="0" err="1">
                <a:latin typeface="Arial" panose="020B0604020202020204" pitchFamily="34" charset="0"/>
                <a:ea typeface="微软雅黑" panose="020B0503020204020204" pitchFamily="34" charset="-122"/>
                <a:cs typeface="Arial" panose="020B0604020202020204" pitchFamily="34" charset="0"/>
              </a:rPr>
              <a:t>RoboCup</a:t>
            </a:r>
            <a:r>
              <a:rPr lang="zh-CN" altLang="en-US" sz="2000" dirty="0">
                <a:latin typeface="Arial" panose="020B0604020202020204" pitchFamily="34" charset="0"/>
                <a:ea typeface="微软雅黑" panose="020B0503020204020204" pitchFamily="34" charset="-122"/>
                <a:cs typeface="Arial" panose="020B0604020202020204" pitchFamily="34" charset="0"/>
              </a:rPr>
              <a:t>中国公开赛。</a:t>
            </a:r>
            <a:endParaRPr lang="en-US" altLang="zh-CN" sz="2000" dirty="0">
              <a:latin typeface="Arial" panose="020B0604020202020204" pitchFamily="34" charset="0"/>
              <a:ea typeface="微软雅黑" panose="020B0503020204020204" pitchFamily="34" charset="-122"/>
              <a:cs typeface="Arial" panose="020B0604020202020204" pitchFamily="34" charset="0"/>
            </a:endParaRPr>
          </a:p>
          <a:p>
            <a:pPr marL="342900" indent="-342900" algn="just">
              <a:lnSpc>
                <a:spcPct val="130000"/>
              </a:lnSpc>
              <a:buFont typeface="Arial" panose="020B0604020202020204" pitchFamily="34" charset="0"/>
              <a:buChar char="•"/>
            </a:pPr>
            <a:r>
              <a:rPr lang="en-US" altLang="zh-CN" sz="2000" dirty="0">
                <a:latin typeface="Arial" panose="020B0604020202020204" pitchFamily="34" charset="0"/>
                <a:ea typeface="微软雅黑" panose="020B0503020204020204" pitchFamily="34" charset="-122"/>
                <a:cs typeface="Arial" panose="020B0604020202020204" pitchFamily="34" charset="0"/>
              </a:rPr>
              <a:t>2022</a:t>
            </a:r>
            <a:r>
              <a:rPr lang="zh-CN" altLang="en-US" sz="2000" dirty="0">
                <a:latin typeface="Arial" panose="020B0604020202020204" pitchFamily="34" charset="0"/>
                <a:ea typeface="微软雅黑" panose="020B0503020204020204" pitchFamily="34" charset="-122"/>
                <a:cs typeface="Arial" panose="020B0604020202020204" pitchFamily="34" charset="0"/>
              </a:rPr>
              <a:t>年及以前，东南大学</a:t>
            </a:r>
            <a:r>
              <a:rPr lang="en-US" altLang="zh-CN" sz="2000" dirty="0" err="1">
                <a:latin typeface="Arial" panose="020B0604020202020204" pitchFamily="34" charset="0"/>
                <a:ea typeface="微软雅黑" panose="020B0503020204020204" pitchFamily="34" charset="-122"/>
                <a:cs typeface="Arial" panose="020B0604020202020204" pitchFamily="34" charset="0"/>
              </a:rPr>
              <a:t>kidsize</a:t>
            </a:r>
            <a:r>
              <a:rPr lang="zh-CN" altLang="en-US" sz="2000" dirty="0">
                <a:latin typeface="Arial" panose="020B0604020202020204" pitchFamily="34" charset="0"/>
                <a:ea typeface="微软雅黑" panose="020B0503020204020204" pitchFamily="34" charset="-122"/>
                <a:cs typeface="Arial" panose="020B0604020202020204" pitchFamily="34" charset="0"/>
              </a:rPr>
              <a:t>校队累计获得中国公开赛冠军一次，亚军两次，季军三次，两次闯入</a:t>
            </a:r>
            <a:r>
              <a:rPr lang="en-US" altLang="zh-CN" sz="2000" dirty="0" err="1">
                <a:latin typeface="Arial" panose="020B0604020202020204" pitchFamily="34" charset="0"/>
                <a:ea typeface="微软雅黑" panose="020B0503020204020204" pitchFamily="34" charset="-122"/>
                <a:cs typeface="Arial" panose="020B0604020202020204" pitchFamily="34" charset="0"/>
              </a:rPr>
              <a:t>RoboCup</a:t>
            </a:r>
            <a:r>
              <a:rPr lang="zh-CN" altLang="en-US" sz="2000" dirty="0">
                <a:latin typeface="Arial" panose="020B0604020202020204" pitchFamily="34" charset="0"/>
                <a:ea typeface="微软雅黑" panose="020B0503020204020204" pitchFamily="34" charset="-122"/>
                <a:cs typeface="Arial" panose="020B0604020202020204" pitchFamily="34" charset="0"/>
              </a:rPr>
              <a:t>世界赛八强，取得了优异成绩。</a:t>
            </a:r>
            <a:endParaRPr lang="en-US" altLang="zh-CN" sz="2000" dirty="0">
              <a:latin typeface="Arial" panose="020B0604020202020204" pitchFamily="34" charset="0"/>
              <a:ea typeface="微软雅黑" panose="020B0503020204020204" pitchFamily="34" charset="-122"/>
              <a:cs typeface="Arial" panose="020B0604020202020204" pitchFamily="34" charset="0"/>
            </a:endParaRPr>
          </a:p>
          <a:p>
            <a:pPr marL="342900" indent="-342900" algn="just">
              <a:lnSpc>
                <a:spcPct val="130000"/>
              </a:lnSpc>
              <a:buFont typeface="Arial" panose="020B0604020202020204" pitchFamily="34" charset="0"/>
              <a:buChar char="•"/>
            </a:pPr>
            <a:r>
              <a:rPr lang="en-US" altLang="zh-CN" sz="2000" dirty="0">
                <a:latin typeface="Arial" panose="020B0604020202020204" pitchFamily="34" charset="0"/>
                <a:ea typeface="微软雅黑" panose="020B0503020204020204" pitchFamily="34" charset="-122"/>
                <a:cs typeface="Arial" panose="020B0604020202020204" pitchFamily="34" charset="0"/>
              </a:rPr>
              <a:t>2023</a:t>
            </a:r>
            <a:r>
              <a:rPr lang="zh-CN" altLang="en-US" sz="2000" dirty="0">
                <a:latin typeface="Arial" panose="020B0604020202020204" pitchFamily="34" charset="0"/>
                <a:ea typeface="微软雅黑" panose="020B0503020204020204" pitchFamily="34" charset="-122"/>
                <a:cs typeface="Arial" panose="020B0604020202020204" pitchFamily="34" charset="0"/>
              </a:rPr>
              <a:t>年，东南大学</a:t>
            </a:r>
            <a:r>
              <a:rPr lang="en-US" altLang="zh-CN" sz="2000" dirty="0" err="1">
                <a:latin typeface="Arial" panose="020B0604020202020204" pitchFamily="34" charset="0"/>
                <a:ea typeface="微软雅黑" panose="020B0503020204020204" pitchFamily="34" charset="-122"/>
                <a:cs typeface="Arial" panose="020B0604020202020204" pitchFamily="34" charset="0"/>
              </a:rPr>
              <a:t>kidsize</a:t>
            </a:r>
            <a:r>
              <a:rPr lang="zh-CN" altLang="en-US" sz="2000" dirty="0">
                <a:latin typeface="Arial" panose="020B0604020202020204" pitchFamily="34" charset="0"/>
                <a:ea typeface="微软雅黑" panose="020B0503020204020204" pitchFamily="34" charset="-122"/>
                <a:cs typeface="Arial" panose="020B0604020202020204" pitchFamily="34" charset="0"/>
              </a:rPr>
              <a:t>校队获得中国公开赛亚军。</a:t>
            </a:r>
            <a:endParaRPr lang="en-US" altLang="zh-CN" sz="2000" dirty="0">
              <a:latin typeface="Arial" panose="020B0604020202020204" pitchFamily="34" charset="0"/>
              <a:ea typeface="微软雅黑" panose="020B0503020204020204" pitchFamily="34" charset="-122"/>
              <a:cs typeface="Arial" panose="020B0604020202020204" pitchFamily="34" charset="0"/>
            </a:endParaRPr>
          </a:p>
          <a:p>
            <a:pPr marL="342900" indent="-342900" algn="just">
              <a:lnSpc>
                <a:spcPct val="130000"/>
              </a:lnSpc>
              <a:buFont typeface="Arial" panose="020B0604020202020204" pitchFamily="34" charset="0"/>
              <a:buChar char="•"/>
            </a:pPr>
            <a:r>
              <a:rPr lang="en-US" altLang="zh-CN" sz="2000" dirty="0">
                <a:latin typeface="Arial" panose="020B0604020202020204" pitchFamily="34" charset="0"/>
                <a:ea typeface="微软雅黑" panose="020B0503020204020204" pitchFamily="34" charset="-122"/>
                <a:cs typeface="Arial" panose="020B0604020202020204" pitchFamily="34" charset="0"/>
              </a:rPr>
              <a:t>2024</a:t>
            </a:r>
            <a:r>
              <a:rPr lang="zh-CN" altLang="en-US" sz="2000" dirty="0">
                <a:latin typeface="Arial" panose="020B0604020202020204" pitchFamily="34" charset="0"/>
                <a:ea typeface="微软雅黑" panose="020B0503020204020204" pitchFamily="34" charset="-122"/>
                <a:cs typeface="Arial" panose="020B0604020202020204" pitchFamily="34" charset="0"/>
              </a:rPr>
              <a:t>年，东南大学</a:t>
            </a:r>
            <a:r>
              <a:rPr lang="en-US" altLang="zh-CN" sz="2000" dirty="0" err="1">
                <a:latin typeface="Arial" panose="020B0604020202020204" pitchFamily="34" charset="0"/>
                <a:ea typeface="微软雅黑" panose="020B0503020204020204" pitchFamily="34" charset="-122"/>
                <a:cs typeface="Arial" panose="020B0604020202020204" pitchFamily="34" charset="0"/>
              </a:rPr>
              <a:t>kidsize</a:t>
            </a:r>
            <a:r>
              <a:rPr lang="zh-CN" altLang="en-US" sz="2000" dirty="0">
                <a:latin typeface="Arial" panose="020B0604020202020204" pitchFamily="34" charset="0"/>
                <a:ea typeface="微软雅黑" panose="020B0503020204020204" pitchFamily="34" charset="-122"/>
                <a:cs typeface="Arial" panose="020B0604020202020204" pitchFamily="34" charset="0"/>
              </a:rPr>
              <a:t>校队获得中国公开赛亚军，</a:t>
            </a:r>
            <a:r>
              <a:rPr lang="en-US" altLang="zh-CN" sz="2000" dirty="0">
                <a:latin typeface="Arial" panose="020B0604020202020204" pitchFamily="34" charset="0"/>
                <a:ea typeface="微软雅黑" panose="020B0503020204020204" pitchFamily="34" charset="-122"/>
                <a:cs typeface="Arial" panose="020B0604020202020204" pitchFamily="34" charset="0"/>
              </a:rPr>
              <a:t>2024</a:t>
            </a:r>
            <a:r>
              <a:rPr lang="zh-CN" altLang="en-US" sz="2000" dirty="0">
                <a:latin typeface="Arial" panose="020B0604020202020204" pitchFamily="34" charset="0"/>
                <a:ea typeface="微软雅黑" panose="020B0503020204020204" pitchFamily="34" charset="-122"/>
                <a:cs typeface="Arial" panose="020B0604020202020204" pitchFamily="34" charset="0"/>
              </a:rPr>
              <a:t>亚太机器人世界杯天津国际邀请赛亚军。</a:t>
            </a:r>
            <a:endParaRPr lang="en-US" altLang="zh-CN" sz="2000" dirty="0">
              <a:latin typeface="Arial" panose="020B0604020202020204" pitchFamily="34" charset="0"/>
              <a:ea typeface="微软雅黑" panose="020B0503020204020204" pitchFamily="34" charset="-122"/>
              <a:cs typeface="Arial" panose="020B0604020202020204" pitchFamily="34" charset="0"/>
            </a:endParaRPr>
          </a:p>
          <a:p>
            <a:pPr marL="342900" indent="-342900" algn="just">
              <a:lnSpc>
                <a:spcPct val="130000"/>
              </a:lnSpc>
              <a:buFont typeface="Arial" panose="020B0604020202020204" pitchFamily="34" charset="0"/>
              <a:buChar char="•"/>
            </a:pPr>
            <a:r>
              <a:rPr lang="en-US" altLang="zh-CN" sz="2000" dirty="0">
                <a:latin typeface="Arial" panose="020B0604020202020204" pitchFamily="34" charset="0"/>
                <a:ea typeface="微软雅黑" panose="020B0503020204020204" pitchFamily="34" charset="-122"/>
                <a:cs typeface="Arial" panose="020B0604020202020204" pitchFamily="34" charset="0"/>
                <a:sym typeface="+mn-lt"/>
              </a:rPr>
              <a:t>2025</a:t>
            </a:r>
            <a:r>
              <a:rPr lang="zh-CN" altLang="en-US" sz="2000" dirty="0">
                <a:latin typeface="Arial" panose="020B0604020202020204" pitchFamily="34" charset="0"/>
                <a:ea typeface="微软雅黑" panose="020B0503020204020204" pitchFamily="34" charset="-122"/>
                <a:cs typeface="Arial" panose="020B0604020202020204" pitchFamily="34" charset="0"/>
                <a:sym typeface="+mn-lt"/>
              </a:rPr>
              <a:t>年，东南大学</a:t>
            </a:r>
            <a:r>
              <a:rPr lang="en-US" altLang="zh-CN" sz="2000" dirty="0" err="1">
                <a:latin typeface="Arial" panose="020B0604020202020204" pitchFamily="34" charset="0"/>
                <a:ea typeface="微软雅黑" panose="020B0503020204020204" pitchFamily="34" charset="-122"/>
                <a:cs typeface="Arial" panose="020B0604020202020204" pitchFamily="34" charset="0"/>
              </a:rPr>
              <a:t>kidsize</a:t>
            </a:r>
            <a:r>
              <a:rPr lang="zh-CN" altLang="en-US" sz="2000" dirty="0">
                <a:latin typeface="Arial" panose="020B0604020202020204" pitchFamily="34" charset="0"/>
                <a:ea typeface="微软雅黑" panose="020B0503020204020204" pitchFamily="34" charset="-122"/>
                <a:cs typeface="Arial" panose="020B0604020202020204" pitchFamily="34" charset="0"/>
              </a:rPr>
              <a:t>校队获得中国公开赛季军。</a:t>
            </a:r>
            <a:endParaRPr lang="zh-CN" altLang="en-US" sz="2000" dirty="0">
              <a:latin typeface="Arial" panose="020B0604020202020204" pitchFamily="34" charset="0"/>
              <a:ea typeface="微软雅黑" panose="020B0503020204020204" pitchFamily="34" charset="-122"/>
              <a:cs typeface="Arial" panose="020B0604020202020204" pitchFamily="34" charset="0"/>
            </a:endParaRPr>
          </a:p>
          <a:p>
            <a:pPr marL="342900" indent="-342900" algn="just">
              <a:lnSpc>
                <a:spcPct val="130000"/>
              </a:lnSpc>
              <a:buFont typeface="Arial" panose="020B0604020202020204" pitchFamily="34" charset="0"/>
              <a:buChar char="•"/>
            </a:pPr>
            <a:r>
              <a:rPr lang="en-US" altLang="zh-CN" sz="2000" dirty="0">
                <a:cs typeface="+mn-ea"/>
                <a:sym typeface="+mn-lt"/>
              </a:rPr>
              <a:t>2026</a:t>
            </a:r>
            <a:r>
              <a:rPr lang="zh-CN" altLang="en-US" sz="2000" dirty="0">
                <a:cs typeface="+mn-ea"/>
                <a:sym typeface="+mn-lt"/>
              </a:rPr>
              <a:t>年，东南大学</a:t>
            </a:r>
            <a:r>
              <a:rPr lang="en-US" altLang="zh-CN" sz="2000" dirty="0">
                <a:cs typeface="+mn-ea"/>
                <a:sym typeface="+mn-lt"/>
              </a:rPr>
              <a:t>kidsize</a:t>
            </a:r>
            <a:r>
              <a:rPr lang="zh-CN" altLang="en-US" sz="2000" dirty="0">
                <a:cs typeface="+mn-ea"/>
                <a:sym typeface="+mn-lt"/>
              </a:rPr>
              <a:t>校队获得亚太地区天津公开赛第四名。</a:t>
            </a:r>
            <a:endParaRPr lang="zh-CN" altLang="en-US" sz="2000" dirty="0">
              <a:cs typeface="+mn-ea"/>
              <a:sym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5" y="237834"/>
            <a:ext cx="8168208" cy="790865"/>
          </a:xfrm>
        </p:spPr>
        <p:txBody>
          <a:bodyPr/>
          <a:lstStyle/>
          <a:p>
            <a:r>
              <a:rPr lang="en-US" altLang="zh-CN" dirty="0" err="1">
                <a:latin typeface="+mn-lt"/>
                <a:ea typeface="+mn-ea"/>
                <a:cs typeface="+mn-ea"/>
                <a:sym typeface="+mn-lt"/>
              </a:rPr>
              <a:t>RoboCup</a:t>
            </a:r>
            <a:r>
              <a:rPr lang="en-US" altLang="zh-CN" dirty="0">
                <a:latin typeface="+mn-lt"/>
                <a:ea typeface="+mn-ea"/>
                <a:cs typeface="+mn-ea"/>
                <a:sym typeface="+mn-lt"/>
              </a:rPr>
              <a:t> </a:t>
            </a:r>
            <a:r>
              <a:rPr lang="en-US" altLang="zh-CN" dirty="0" err="1">
                <a:latin typeface="+mn-lt"/>
                <a:ea typeface="+mn-ea"/>
                <a:cs typeface="+mn-ea"/>
                <a:sym typeface="+mn-lt"/>
              </a:rPr>
              <a:t>kidsize</a:t>
            </a:r>
            <a:r>
              <a:rPr lang="zh-CN" altLang="en-US" dirty="0">
                <a:latin typeface="+mn-lt"/>
                <a:ea typeface="+mn-ea"/>
                <a:cs typeface="+mn-ea"/>
                <a:sym typeface="+mn-lt"/>
              </a:rPr>
              <a:t> （类人组）</a:t>
            </a:r>
            <a:endParaRPr lang="zh-CN" altLang="en-US" b="1" dirty="0">
              <a:latin typeface="+mn-lt"/>
              <a:ea typeface="+mn-ea"/>
              <a:cs typeface="+mn-ea"/>
              <a:sym typeface="+mn-lt"/>
            </a:endParaRPr>
          </a:p>
        </p:txBody>
      </p:sp>
      <p:sp>
        <p:nvSpPr>
          <p:cNvPr id="5" name="灯片编号占位符 4"/>
          <p:cNvSpPr>
            <a:spLocks noGrp="1"/>
          </p:cNvSpPr>
          <p:nvPr>
            <p:ph type="sldNum" sz="quarter" idx="12"/>
          </p:nvPr>
        </p:nvSpPr>
        <p:spPr/>
        <p:txBody>
          <a:bodyPr/>
          <a:lstStyle/>
          <a:p>
            <a:fld id="{2515AB8F-1C56-49E9-90C8-78D22B0C1B97}" type="slidenum">
              <a:rPr lang="zh-CN" altLang="en-US" smtClean="0">
                <a:cs typeface="+mn-ea"/>
                <a:sym typeface="+mn-lt"/>
              </a:rPr>
            </a:fld>
            <a:endParaRPr lang="zh-CN" altLang="en-US">
              <a:cs typeface="+mn-ea"/>
              <a:sym typeface="+mn-lt"/>
            </a:endParaRPr>
          </a:p>
        </p:txBody>
      </p:sp>
      <p:sp>
        <p:nvSpPr>
          <p:cNvPr id="10" name="矩形: 圆角 9"/>
          <p:cNvSpPr/>
          <p:nvPr/>
        </p:nvSpPr>
        <p:spPr>
          <a:xfrm>
            <a:off x="233464" y="1083519"/>
            <a:ext cx="11725072" cy="4552038"/>
          </a:xfrm>
          <a:prstGeom prst="roundRect">
            <a:avLst>
              <a:gd name="adj" fmla="val 4468"/>
            </a:avLst>
          </a:prstGeom>
          <a:solidFill>
            <a:schemeClr val="bg1"/>
          </a:solidFill>
          <a:ln>
            <a:noFill/>
          </a:ln>
          <a:effectLst>
            <a:outerShdw blurRad="190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p:cNvSpPr txBox="1"/>
          <p:nvPr/>
        </p:nvSpPr>
        <p:spPr>
          <a:xfrm>
            <a:off x="320401" y="1359847"/>
            <a:ext cx="4429327" cy="1107996"/>
          </a:xfrm>
          <a:prstGeom prst="rect">
            <a:avLst/>
          </a:prstGeom>
          <a:noFill/>
        </p:spPr>
        <p:txBody>
          <a:bodyPr wrap="square" rtlCol="0">
            <a:spAutoFit/>
          </a:bodyPr>
          <a:lstStyle/>
          <a:p>
            <a:r>
              <a:rPr lang="zh-CN" altLang="en-US" sz="6600" dirty="0">
                <a:solidFill>
                  <a:schemeClr val="accent1"/>
                </a:solidFill>
                <a:cs typeface="+mn-ea"/>
                <a:sym typeface="+mn-lt"/>
              </a:rPr>
              <a:t>校赛仿真</a:t>
            </a:r>
            <a:endParaRPr lang="zh-CN" altLang="en-US" sz="4400" dirty="0">
              <a:solidFill>
                <a:schemeClr val="accent1"/>
              </a:solidFill>
              <a:cs typeface="+mn-ea"/>
              <a:sym typeface="+mn-lt"/>
            </a:endParaRPr>
          </a:p>
        </p:txBody>
      </p:sp>
      <p:sp>
        <p:nvSpPr>
          <p:cNvPr id="12" name="箭头: 下 11"/>
          <p:cNvSpPr/>
          <p:nvPr/>
        </p:nvSpPr>
        <p:spPr>
          <a:xfrm>
            <a:off x="1656001" y="2901309"/>
            <a:ext cx="841151" cy="443846"/>
          </a:xfrm>
          <a:prstGeom prst="down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lumMod val="75000"/>
                </a:schemeClr>
              </a:solidFill>
            </a:endParaRPr>
          </a:p>
        </p:txBody>
      </p:sp>
      <p:sp>
        <p:nvSpPr>
          <p:cNvPr id="13" name="文本框 12"/>
          <p:cNvSpPr txBox="1"/>
          <p:nvPr/>
        </p:nvSpPr>
        <p:spPr>
          <a:xfrm>
            <a:off x="274983" y="3817028"/>
            <a:ext cx="4259193" cy="1107996"/>
          </a:xfrm>
          <a:prstGeom prst="rect">
            <a:avLst/>
          </a:prstGeom>
          <a:noFill/>
        </p:spPr>
        <p:txBody>
          <a:bodyPr wrap="square" rtlCol="0">
            <a:spAutoFit/>
          </a:bodyPr>
          <a:lstStyle/>
          <a:p>
            <a:r>
              <a:rPr lang="zh-CN" altLang="en-US" sz="6600" dirty="0">
                <a:solidFill>
                  <a:schemeClr val="bg1">
                    <a:lumMod val="75000"/>
                  </a:schemeClr>
                </a:solidFill>
                <a:cs typeface="+mn-ea"/>
                <a:sym typeface="+mn-lt"/>
              </a:rPr>
              <a:t>国赛实物</a:t>
            </a:r>
            <a:endParaRPr lang="zh-CN" altLang="en-US" sz="4400" dirty="0">
              <a:solidFill>
                <a:schemeClr val="bg1">
                  <a:lumMod val="75000"/>
                </a:schemeClr>
              </a:solidFill>
              <a:cs typeface="+mn-ea"/>
              <a:sym typeface="+mn-lt"/>
            </a:endParaRPr>
          </a:p>
        </p:txBody>
      </p:sp>
      <p:cxnSp>
        <p:nvCxnSpPr>
          <p:cNvPr id="14" name="直接连接符 13"/>
          <p:cNvCxnSpPr/>
          <p:nvPr/>
        </p:nvCxnSpPr>
        <p:spPr>
          <a:xfrm flipH="1">
            <a:off x="4008568" y="1919465"/>
            <a:ext cx="7262" cy="2880145"/>
          </a:xfrm>
          <a:prstGeom prst="line">
            <a:avLst/>
          </a:prstGeom>
          <a:ln w="19050">
            <a:gradFill>
              <a:gsLst>
                <a:gs pos="0">
                  <a:schemeClr val="accent1">
                    <a:alpha val="0"/>
                  </a:schemeClr>
                </a:gs>
                <a:gs pos="5000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pic>
        <p:nvPicPr>
          <p:cNvPr id="15" name="图片 1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163157" y="966067"/>
            <a:ext cx="4888783" cy="2733509"/>
          </a:xfrm>
          <a:prstGeom prst="rect">
            <a:avLst/>
          </a:prstGeom>
        </p:spPr>
      </p:pic>
      <p:pic>
        <p:nvPicPr>
          <p:cNvPr id="8" name="图片 7" descr="IMG_20260529_170752"/>
          <p:cNvPicPr>
            <a:picLocks noChangeAspect="1"/>
          </p:cNvPicPr>
          <p:nvPr/>
        </p:nvPicPr>
        <p:blipFill>
          <a:blip r:embed="rId2"/>
          <a:srcRect l="35271" t="36157" r="32903" b="40898"/>
          <a:stretch>
            <a:fillRect/>
          </a:stretch>
        </p:blipFill>
        <p:spPr>
          <a:xfrm>
            <a:off x="6828155" y="2961640"/>
            <a:ext cx="4553585" cy="246189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p:tgtEl>
                                          <p:spTgt spid="15"/>
                                        </p:tgtEl>
                                        <p:attrNameLst>
                                          <p:attrName>ppt_y</p:attrName>
                                        </p:attrNameLst>
                                      </p:cBhvr>
                                      <p:tavLst>
                                        <p:tav tm="0">
                                          <p:val>
                                            <p:strVal val="#ppt_y-#ppt_h*1.125000"/>
                                          </p:val>
                                        </p:tav>
                                        <p:tav tm="100000">
                                          <p:val>
                                            <p:strVal val="#ppt_y"/>
                                          </p:val>
                                        </p:tav>
                                      </p:tavLst>
                                    </p:anim>
                                    <p:animEffect transition="in" filter="wipe(down)">
                                      <p:cBhvr>
                                        <p:cTn id="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5" y="237834"/>
            <a:ext cx="8168208" cy="790865"/>
          </a:xfrm>
        </p:spPr>
        <p:txBody>
          <a:bodyPr/>
          <a:lstStyle/>
          <a:p>
            <a:r>
              <a:rPr lang="zh-CN" altLang="en-US" dirty="0">
                <a:latin typeface="+mn-lt"/>
                <a:ea typeface="+mn-ea"/>
                <a:cs typeface="+mn-ea"/>
                <a:sym typeface="+mn-lt"/>
              </a:rPr>
              <a:t>东南大学</a:t>
            </a:r>
            <a:r>
              <a:rPr lang="en-US" altLang="zh-CN" dirty="0" err="1">
                <a:latin typeface="+mn-lt"/>
                <a:ea typeface="+mn-ea"/>
                <a:cs typeface="+mn-ea"/>
                <a:sym typeface="+mn-lt"/>
              </a:rPr>
              <a:t>robocup</a:t>
            </a:r>
            <a:r>
              <a:rPr lang="zh-CN" altLang="en-US" dirty="0">
                <a:latin typeface="+mn-lt"/>
                <a:ea typeface="+mn-ea"/>
                <a:cs typeface="+mn-ea"/>
                <a:sym typeface="+mn-lt"/>
              </a:rPr>
              <a:t>成绩</a:t>
            </a:r>
            <a:endParaRPr lang="zh-CN" altLang="en-US" b="1" dirty="0">
              <a:latin typeface="+mn-lt"/>
              <a:ea typeface="+mn-ea"/>
              <a:cs typeface="+mn-ea"/>
              <a:sym typeface="+mn-lt"/>
            </a:endParaRPr>
          </a:p>
        </p:txBody>
      </p:sp>
      <p:sp>
        <p:nvSpPr>
          <p:cNvPr id="5" name="灯片编号占位符 4"/>
          <p:cNvSpPr>
            <a:spLocks noGrp="1"/>
          </p:cNvSpPr>
          <p:nvPr>
            <p:ph type="sldNum" sz="quarter" idx="12"/>
          </p:nvPr>
        </p:nvSpPr>
        <p:spPr/>
        <p:txBody>
          <a:bodyPr/>
          <a:lstStyle/>
          <a:p>
            <a:fld id="{2515AB8F-1C56-49E9-90C8-78D22B0C1B97}" type="slidenum">
              <a:rPr lang="zh-CN" altLang="en-US" smtClean="0">
                <a:cs typeface="+mn-ea"/>
                <a:sym typeface="+mn-lt"/>
              </a:rPr>
            </a:fld>
            <a:endParaRPr lang="zh-CN" altLang="en-US">
              <a:cs typeface="+mn-ea"/>
              <a:sym typeface="+mn-lt"/>
            </a:endParaRPr>
          </a:p>
        </p:txBody>
      </p:sp>
      <p:pic>
        <p:nvPicPr>
          <p:cNvPr id="3" name="图片 2" descr="mmexport1780220491150"/>
          <p:cNvPicPr>
            <a:picLocks noChangeAspect="1"/>
          </p:cNvPicPr>
          <p:nvPr/>
        </p:nvPicPr>
        <p:blipFill>
          <a:blip r:embed="rId1"/>
          <a:srcRect l="4958" t="22299" r="4177" b="19938"/>
          <a:stretch>
            <a:fillRect/>
          </a:stretch>
        </p:blipFill>
        <p:spPr>
          <a:xfrm>
            <a:off x="1708785" y="1102995"/>
            <a:ext cx="8775065" cy="2326005"/>
          </a:xfrm>
          <a:prstGeom prst="rect">
            <a:avLst/>
          </a:prstGeom>
        </p:spPr>
      </p:pic>
      <p:pic>
        <p:nvPicPr>
          <p:cNvPr id="4" name="图片 3" descr="mmexport1783152017082"/>
          <p:cNvPicPr>
            <a:picLocks noChangeAspect="1"/>
          </p:cNvPicPr>
          <p:nvPr/>
        </p:nvPicPr>
        <p:blipFill>
          <a:blip r:embed="rId2"/>
          <a:srcRect l="15041" t="30500" r="10615" b="18981"/>
          <a:stretch>
            <a:fillRect/>
          </a:stretch>
        </p:blipFill>
        <p:spPr>
          <a:xfrm>
            <a:off x="3225165" y="3429000"/>
            <a:ext cx="5742305" cy="259778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圆角 34"/>
          <p:cNvSpPr/>
          <p:nvPr/>
        </p:nvSpPr>
        <p:spPr>
          <a:xfrm>
            <a:off x="695960" y="1522597"/>
            <a:ext cx="10615930" cy="3841786"/>
          </a:xfrm>
          <a:prstGeom prst="roundRect">
            <a:avLst>
              <a:gd name="adj" fmla="val 5956"/>
            </a:avLst>
          </a:prstGeom>
          <a:solidFill>
            <a:schemeClr val="bg1"/>
          </a:solidFill>
          <a:ln>
            <a:noFill/>
          </a:ln>
          <a:effectLst>
            <a:outerShdw blurRad="1905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 name="标题 1"/>
          <p:cNvSpPr>
            <a:spLocks noGrp="1"/>
          </p:cNvSpPr>
          <p:nvPr>
            <p:ph type="title"/>
          </p:nvPr>
        </p:nvSpPr>
        <p:spPr>
          <a:xfrm>
            <a:off x="1091255" y="237834"/>
            <a:ext cx="8168208" cy="790865"/>
          </a:xfrm>
        </p:spPr>
        <p:txBody>
          <a:bodyPr/>
          <a:lstStyle/>
          <a:p>
            <a:r>
              <a:rPr lang="en-US" altLang="zh-CN" dirty="0" err="1">
                <a:sym typeface="+mn-lt"/>
              </a:rPr>
              <a:t>RoboCup-kidsize</a:t>
            </a:r>
            <a:r>
              <a:rPr lang="zh-CN" altLang="en-US" dirty="0">
                <a:sym typeface="+mn-lt"/>
              </a:rPr>
              <a:t>校赛</a:t>
            </a:r>
            <a:endParaRPr lang="zh-CN" altLang="en-US" dirty="0">
              <a:sym typeface="+mn-lt"/>
            </a:endParaRPr>
          </a:p>
        </p:txBody>
      </p:sp>
      <p:sp>
        <p:nvSpPr>
          <p:cNvPr id="3" name="灯片编号占位符 2"/>
          <p:cNvSpPr>
            <a:spLocks noGrp="1"/>
          </p:cNvSpPr>
          <p:nvPr>
            <p:ph type="sldNum" sz="quarter" idx="12"/>
          </p:nvPr>
        </p:nvSpPr>
        <p:spPr>
          <a:xfrm>
            <a:off x="8775700" y="6356349"/>
            <a:ext cx="2743200" cy="365125"/>
          </a:xfrm>
        </p:spPr>
        <p:txBody>
          <a:bodyPr/>
          <a:lstStyle/>
          <a:p>
            <a:fld id="{2515AB8F-1C56-49E9-90C8-78D22B0C1B97}" type="slidenum">
              <a:rPr lang="zh-CN" altLang="en-US" smtClean="0">
                <a:sym typeface="+mn-lt"/>
              </a:rPr>
            </a:fld>
            <a:endParaRPr lang="zh-CN" altLang="en-US" dirty="0">
              <a:sym typeface="+mn-lt"/>
            </a:endParaRPr>
          </a:p>
        </p:txBody>
      </p:sp>
      <p:sp>
        <p:nvSpPr>
          <p:cNvPr id="18" name="íŝļiḓè"/>
          <p:cNvSpPr/>
          <p:nvPr/>
        </p:nvSpPr>
        <p:spPr bwMode="auto">
          <a:xfrm>
            <a:off x="3758249" y="1935633"/>
            <a:ext cx="4675502" cy="2986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45720" rIns="0" bIns="45720" anchor="ctr" anchorCtr="0">
            <a:normAutofit fontScale="25000" lnSpcReduction="2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342900" indent="-342900">
              <a:buFont typeface="Arial" panose="020B0604020202020204" pitchFamily="34" charset="0"/>
              <a:buChar char="•"/>
            </a:pPr>
            <a:r>
              <a:rPr lang="zh-CN" altLang="en-US" sz="8000" dirty="0">
                <a:solidFill>
                  <a:schemeClr val="accent1">
                    <a:lumMod val="75000"/>
                  </a:schemeClr>
                </a:solidFill>
                <a:latin typeface="Arial" panose="020B0604020202020204" pitchFamily="34" charset="0"/>
                <a:ea typeface="微软雅黑" panose="020B0503020204020204" pitchFamily="34" charset="-122"/>
                <a:cs typeface="Arial" panose="020B0604020202020204" pitchFamily="34" charset="0"/>
              </a:rPr>
              <a:t>校赛为电脑仿真</a:t>
            </a:r>
            <a:endParaRPr lang="en-US" altLang="zh-CN" sz="8000" dirty="0">
              <a:solidFill>
                <a:schemeClr val="accent1">
                  <a:lumMod val="75000"/>
                </a:schemeClr>
              </a:solidFill>
              <a:latin typeface="Arial" panose="020B0604020202020204" pitchFamily="34" charset="0"/>
              <a:ea typeface="微软雅黑" panose="020B0503020204020204" pitchFamily="34" charset="-122"/>
              <a:cs typeface="Arial" panose="020B0604020202020204" pitchFamily="34" charset="0"/>
            </a:endParaRPr>
          </a:p>
          <a:p>
            <a:pPr marL="342900" indent="-342900">
              <a:buFont typeface="Arial" panose="020B0604020202020204" pitchFamily="34" charset="0"/>
              <a:buChar char="•"/>
            </a:pPr>
            <a:endParaRPr lang="en-US" altLang="zh-CN" sz="8000" dirty="0">
              <a:solidFill>
                <a:schemeClr val="accent1">
                  <a:lumMod val="75000"/>
                </a:schemeClr>
              </a:solidFill>
              <a:latin typeface="Arial" panose="020B0604020202020204" pitchFamily="34" charset="0"/>
              <a:ea typeface="微软雅黑" panose="020B0503020204020204" pitchFamily="34" charset="-122"/>
              <a:cs typeface="Arial" panose="020B0604020202020204" pitchFamily="34" charset="0"/>
            </a:endParaRPr>
          </a:p>
          <a:p>
            <a:pPr marL="342900" indent="-342900">
              <a:buFont typeface="Arial" panose="020B0604020202020204" pitchFamily="34" charset="0"/>
              <a:buChar char="•"/>
            </a:pPr>
            <a:r>
              <a:rPr lang="zh-CN" altLang="en-US" sz="8000" dirty="0">
                <a:solidFill>
                  <a:schemeClr val="accent1">
                    <a:lumMod val="75000"/>
                  </a:schemeClr>
                </a:solidFill>
                <a:latin typeface="Arial" panose="020B0604020202020204" pitchFamily="34" charset="0"/>
                <a:ea typeface="微软雅黑" panose="020B0503020204020204" pitchFamily="34" charset="-122"/>
                <a:cs typeface="Arial" panose="020B0604020202020204" pitchFamily="34" charset="0"/>
              </a:rPr>
              <a:t>系统：</a:t>
            </a:r>
            <a:r>
              <a:rPr lang="en-US" altLang="zh-CN" sz="8000" dirty="0">
                <a:solidFill>
                  <a:schemeClr val="accent1">
                    <a:lumMod val="75000"/>
                  </a:schemeClr>
                </a:solidFill>
                <a:latin typeface="Arial" panose="020B0604020202020204" pitchFamily="34" charset="0"/>
                <a:ea typeface="微软雅黑" panose="020B0503020204020204" pitchFamily="34" charset="-122"/>
                <a:cs typeface="Arial" panose="020B0604020202020204" pitchFamily="34" charset="0"/>
              </a:rPr>
              <a:t>Ubuntu 22.04  </a:t>
            </a:r>
            <a:r>
              <a:rPr lang="zh-CN" altLang="en-US" sz="8000" dirty="0">
                <a:solidFill>
                  <a:schemeClr val="accent1">
                    <a:lumMod val="75000"/>
                  </a:schemeClr>
                </a:solidFill>
                <a:latin typeface="Arial" panose="020B0604020202020204" pitchFamily="34" charset="0"/>
                <a:ea typeface="微软雅黑" panose="020B0503020204020204" pitchFamily="34" charset="-122"/>
                <a:cs typeface="Arial" panose="020B0604020202020204" pitchFamily="34" charset="0"/>
              </a:rPr>
              <a:t>（不推荐虚拟机）</a:t>
            </a:r>
            <a:endParaRPr lang="en-US" altLang="zh-CN" sz="8000" dirty="0">
              <a:solidFill>
                <a:schemeClr val="accent1">
                  <a:lumMod val="75000"/>
                </a:schemeClr>
              </a:solidFill>
              <a:latin typeface="Arial" panose="020B0604020202020204" pitchFamily="34" charset="0"/>
              <a:ea typeface="微软雅黑" panose="020B0503020204020204" pitchFamily="34" charset="-122"/>
              <a:cs typeface="Arial" panose="020B0604020202020204" pitchFamily="34" charset="0"/>
            </a:endParaRPr>
          </a:p>
          <a:p>
            <a:endParaRPr lang="en-US" altLang="zh-CN" sz="8000" dirty="0">
              <a:solidFill>
                <a:schemeClr val="accent1">
                  <a:lumMod val="75000"/>
                </a:schemeClr>
              </a:solidFill>
              <a:latin typeface="Arial" panose="020B0604020202020204" pitchFamily="34" charset="0"/>
              <a:ea typeface="微软雅黑" panose="020B0503020204020204" pitchFamily="34" charset="-122"/>
              <a:cs typeface="Arial" panose="020B0604020202020204" pitchFamily="34" charset="0"/>
            </a:endParaRPr>
          </a:p>
          <a:p>
            <a:pPr marL="342900" indent="-342900">
              <a:buFont typeface="Arial" panose="020B0604020202020204" pitchFamily="34" charset="0"/>
              <a:buChar char="•"/>
            </a:pPr>
            <a:r>
              <a:rPr lang="zh-CN" altLang="en-US" sz="8000" dirty="0">
                <a:solidFill>
                  <a:schemeClr val="accent1">
                    <a:lumMod val="75000"/>
                  </a:schemeClr>
                </a:solidFill>
                <a:latin typeface="Arial" panose="020B0604020202020204" pitchFamily="34" charset="0"/>
                <a:ea typeface="微软雅黑" panose="020B0503020204020204" pitchFamily="34" charset="-122"/>
                <a:cs typeface="Arial" panose="020B0604020202020204" pitchFamily="34" charset="0"/>
              </a:rPr>
              <a:t>编程语言：</a:t>
            </a:r>
            <a:r>
              <a:rPr lang="en-US" altLang="zh-CN" sz="8000" dirty="0">
                <a:solidFill>
                  <a:schemeClr val="accent1">
                    <a:lumMod val="75000"/>
                  </a:schemeClr>
                </a:solidFill>
                <a:latin typeface="Arial" panose="020B0604020202020204" pitchFamily="34" charset="0"/>
                <a:ea typeface="微软雅黑" panose="020B0503020204020204" pitchFamily="34" charset="-122"/>
                <a:cs typeface="Arial" panose="020B0604020202020204" pitchFamily="34" charset="0"/>
              </a:rPr>
              <a:t>C/C++</a:t>
            </a:r>
            <a:endParaRPr lang="en-US" altLang="zh-CN" sz="8000" dirty="0">
              <a:solidFill>
                <a:schemeClr val="accent1">
                  <a:lumMod val="75000"/>
                </a:schemeClr>
              </a:solidFill>
              <a:latin typeface="Arial" panose="020B0604020202020204" pitchFamily="34" charset="0"/>
              <a:ea typeface="微软雅黑" panose="020B0503020204020204" pitchFamily="34" charset="-122"/>
              <a:cs typeface="Arial" panose="020B0604020202020204" pitchFamily="34" charset="0"/>
            </a:endParaRPr>
          </a:p>
          <a:p>
            <a:endParaRPr lang="en-US" altLang="zh-CN" sz="8000" dirty="0">
              <a:solidFill>
                <a:schemeClr val="accent1">
                  <a:lumMod val="75000"/>
                </a:schemeClr>
              </a:solidFill>
              <a:latin typeface="Arial" panose="020B0604020202020204" pitchFamily="34" charset="0"/>
              <a:ea typeface="微软雅黑" panose="020B0503020204020204" pitchFamily="34" charset="-122"/>
              <a:cs typeface="Arial" panose="020B0604020202020204" pitchFamily="34" charset="0"/>
            </a:endParaRPr>
          </a:p>
          <a:p>
            <a:pPr marL="342900" indent="-342900">
              <a:buFont typeface="Arial" panose="020B0604020202020204" pitchFamily="34" charset="0"/>
              <a:buChar char="•"/>
            </a:pPr>
            <a:r>
              <a:rPr lang="zh-CN" altLang="en-US" sz="8000" dirty="0">
                <a:solidFill>
                  <a:schemeClr val="accent1">
                    <a:lumMod val="75000"/>
                  </a:schemeClr>
                </a:solidFill>
                <a:latin typeface="Arial" panose="020B0604020202020204" pitchFamily="34" charset="0"/>
                <a:ea typeface="微软雅黑" panose="020B0503020204020204" pitchFamily="34" charset="-122"/>
                <a:cs typeface="Arial" panose="020B0604020202020204" pitchFamily="34" charset="0"/>
              </a:rPr>
              <a:t>开发环境：</a:t>
            </a:r>
            <a:r>
              <a:rPr lang="en-US" altLang="zh-CN" sz="8000" dirty="0">
                <a:solidFill>
                  <a:schemeClr val="accent1">
                    <a:lumMod val="75000"/>
                  </a:schemeClr>
                </a:solidFill>
                <a:latin typeface="Arial" panose="020B0604020202020204" pitchFamily="34" charset="0"/>
                <a:ea typeface="微软雅黑" panose="020B0503020204020204" pitchFamily="34" charset="-122"/>
                <a:cs typeface="Arial" panose="020B0604020202020204" pitchFamily="34" charset="0"/>
              </a:rPr>
              <a:t>ROS2 HUMBLE</a:t>
            </a:r>
            <a:r>
              <a:rPr lang="zh-CN" altLang="en-US" sz="8000" dirty="0">
                <a:solidFill>
                  <a:schemeClr val="accent1">
                    <a:lumMod val="75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0" dirty="0">
                <a:solidFill>
                  <a:schemeClr val="accent1">
                    <a:lumMod val="75000"/>
                  </a:schemeClr>
                </a:solidFill>
                <a:latin typeface="Arial" panose="020B0604020202020204" pitchFamily="34" charset="0"/>
                <a:ea typeface="微软雅黑" panose="020B0503020204020204" pitchFamily="34" charset="-122"/>
                <a:cs typeface="Arial" panose="020B0604020202020204" pitchFamily="34" charset="0"/>
              </a:rPr>
              <a:t>暂定）</a:t>
            </a:r>
            <a:endParaRPr lang="en-US" altLang="zh-CN" sz="8000" dirty="0">
              <a:solidFill>
                <a:schemeClr val="accent1">
                  <a:lumMod val="75000"/>
                </a:schemeClr>
              </a:solidFill>
              <a:latin typeface="Arial" panose="020B0604020202020204" pitchFamily="34" charset="0"/>
              <a:ea typeface="微软雅黑" panose="020B0503020204020204" pitchFamily="34" charset="-122"/>
              <a:cs typeface="Arial" panose="020B0604020202020204" pitchFamily="34" charset="0"/>
            </a:endParaRPr>
          </a:p>
          <a:p>
            <a:pPr marL="342900" indent="-342900">
              <a:buFont typeface="Arial" panose="020B0604020202020204" pitchFamily="34" charset="0"/>
              <a:buChar char="•"/>
            </a:pPr>
            <a:endParaRPr lang="en-US" altLang="zh-CN" sz="8000" dirty="0">
              <a:solidFill>
                <a:schemeClr val="accent1">
                  <a:lumMod val="75000"/>
                </a:schemeClr>
              </a:solidFill>
              <a:latin typeface="Arial" panose="020B0604020202020204" pitchFamily="34" charset="0"/>
              <a:ea typeface="微软雅黑" panose="020B0503020204020204" pitchFamily="34" charset="-122"/>
              <a:cs typeface="Arial" panose="020B0604020202020204" pitchFamily="34" charset="0"/>
            </a:endParaRPr>
          </a:p>
          <a:p>
            <a:pPr marL="342900" indent="-342900">
              <a:buFont typeface="Arial" panose="020B0604020202020204" pitchFamily="34" charset="0"/>
              <a:buChar char="•"/>
            </a:pPr>
            <a:r>
              <a:rPr lang="zh-CN" altLang="en-US" sz="8000" dirty="0">
                <a:solidFill>
                  <a:schemeClr val="accent1">
                    <a:lumMod val="75000"/>
                  </a:schemeClr>
                </a:solidFill>
                <a:latin typeface="Arial" panose="020B0604020202020204" pitchFamily="34" charset="0"/>
                <a:ea typeface="微软雅黑" panose="020B0503020204020204" pitchFamily="34" charset="-122"/>
                <a:cs typeface="Arial" panose="020B0604020202020204" pitchFamily="34" charset="0"/>
              </a:rPr>
              <a:t>仿真平台：</a:t>
            </a:r>
            <a:r>
              <a:rPr lang="en-US" altLang="zh-CN" sz="8000" dirty="0" err="1">
                <a:solidFill>
                  <a:schemeClr val="accent1">
                    <a:lumMod val="75000"/>
                  </a:schemeClr>
                </a:solidFill>
                <a:latin typeface="Arial" panose="020B0604020202020204" pitchFamily="34" charset="0"/>
                <a:ea typeface="微软雅黑" panose="020B0503020204020204" pitchFamily="34" charset="-122"/>
                <a:cs typeface="Arial" panose="020B0604020202020204" pitchFamily="34" charset="0"/>
              </a:rPr>
              <a:t>Webots</a:t>
            </a:r>
            <a:r>
              <a:rPr lang="en-US" altLang="zh-CN" sz="8000" dirty="0">
                <a:solidFill>
                  <a:schemeClr val="accent1">
                    <a:lumMod val="75000"/>
                  </a:schemeClr>
                </a:solidFill>
                <a:latin typeface="Arial" panose="020B0604020202020204" pitchFamily="34" charset="0"/>
                <a:ea typeface="微软雅黑" panose="020B0503020204020204" pitchFamily="34" charset="-122"/>
                <a:cs typeface="Arial" panose="020B0604020202020204" pitchFamily="34" charset="0"/>
              </a:rPr>
              <a:t> R2023b</a:t>
            </a:r>
            <a:r>
              <a:rPr lang="zh-CN" altLang="en-US" sz="8000" dirty="0">
                <a:solidFill>
                  <a:schemeClr val="accent1">
                    <a:lumMod val="75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0" dirty="0">
                <a:solidFill>
                  <a:schemeClr val="accent1">
                    <a:lumMod val="75000"/>
                  </a:schemeClr>
                </a:solidFill>
                <a:latin typeface="Arial" panose="020B0604020202020204" pitchFamily="34" charset="0"/>
                <a:ea typeface="微软雅黑" panose="020B0503020204020204" pitchFamily="34" charset="-122"/>
                <a:cs typeface="Arial" panose="020B0604020202020204" pitchFamily="34" charset="0"/>
              </a:rPr>
              <a:t>暂定）</a:t>
            </a:r>
            <a:endParaRPr lang="en-US" altLang="zh-CN" sz="8000" dirty="0">
              <a:solidFill>
                <a:schemeClr val="accent1">
                  <a:lumMod val="75000"/>
                </a:schemeClr>
              </a:solidFill>
              <a:latin typeface="Arial" panose="020B0604020202020204" pitchFamily="34" charset="0"/>
              <a:ea typeface="微软雅黑" panose="020B0503020204020204" pitchFamily="34" charset="-122"/>
              <a:cs typeface="Arial" panose="020B0604020202020204" pitchFamily="34" charset="0"/>
            </a:endParaRPr>
          </a:p>
          <a:p>
            <a:endParaRPr lang="en-US" altLang="zh-CN" sz="8000" dirty="0">
              <a:solidFill>
                <a:schemeClr val="accent1">
                  <a:lumMod val="75000"/>
                </a:schemeClr>
              </a:solidFill>
              <a:latin typeface="Arial" panose="020B0604020202020204" pitchFamily="34" charset="0"/>
              <a:ea typeface="微软雅黑" panose="020B0503020204020204" pitchFamily="34" charset="-122"/>
              <a:cs typeface="Arial" panose="020B0604020202020204" pitchFamily="34" charset="0"/>
            </a:endParaRPr>
          </a:p>
          <a:p>
            <a:pPr marL="342900" indent="-342900">
              <a:buFont typeface="Arial" panose="020B0604020202020204" pitchFamily="34" charset="0"/>
              <a:buChar char="•"/>
            </a:pPr>
            <a:endParaRPr lang="en-US" altLang="zh-CN" sz="2400" dirty="0">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5" y="237834"/>
            <a:ext cx="8168208" cy="790865"/>
          </a:xfrm>
        </p:spPr>
        <p:txBody>
          <a:bodyPr/>
          <a:lstStyle/>
          <a:p>
            <a:r>
              <a:rPr lang="en-US" altLang="zh-CN" dirty="0" err="1">
                <a:sym typeface="+mn-lt"/>
              </a:rPr>
              <a:t>RoboCup</a:t>
            </a:r>
            <a:r>
              <a:rPr lang="en-US" altLang="zh-CN" dirty="0">
                <a:sym typeface="+mn-lt"/>
              </a:rPr>
              <a:t> </a:t>
            </a:r>
            <a:r>
              <a:rPr lang="en-US" altLang="zh-CN" dirty="0" err="1">
                <a:sym typeface="+mn-lt"/>
              </a:rPr>
              <a:t>kidsize</a:t>
            </a:r>
            <a:r>
              <a:rPr lang="zh-CN" altLang="en-US" dirty="0">
                <a:sym typeface="+mn-lt"/>
              </a:rPr>
              <a:t>校赛</a:t>
            </a:r>
            <a:endParaRPr lang="zh-CN" altLang="en-US" b="1" dirty="0">
              <a:latin typeface="+mn-lt"/>
              <a:ea typeface="+mn-ea"/>
              <a:cs typeface="+mn-ea"/>
              <a:sym typeface="+mn-lt"/>
            </a:endParaRPr>
          </a:p>
        </p:txBody>
      </p:sp>
      <p:sp>
        <p:nvSpPr>
          <p:cNvPr id="5" name="灯片编号占位符 4"/>
          <p:cNvSpPr>
            <a:spLocks noGrp="1"/>
          </p:cNvSpPr>
          <p:nvPr>
            <p:ph type="sldNum" sz="quarter" idx="12"/>
          </p:nvPr>
        </p:nvSpPr>
        <p:spPr/>
        <p:txBody>
          <a:bodyPr/>
          <a:lstStyle/>
          <a:p>
            <a:fld id="{2515AB8F-1C56-49E9-90C8-78D22B0C1B97}" type="slidenum">
              <a:rPr lang="zh-CN" altLang="en-US" smtClean="0">
                <a:cs typeface="+mn-ea"/>
                <a:sym typeface="+mn-lt"/>
              </a:rPr>
            </a:fld>
            <a:endParaRPr lang="zh-CN" altLang="en-US" dirty="0">
              <a:cs typeface="+mn-ea"/>
              <a:sym typeface="+mn-lt"/>
            </a:endParaRPr>
          </a:p>
        </p:txBody>
      </p:sp>
      <p:sp>
        <p:nvSpPr>
          <p:cNvPr id="4" name="矩形: 圆角 3"/>
          <p:cNvSpPr/>
          <p:nvPr/>
        </p:nvSpPr>
        <p:spPr>
          <a:xfrm>
            <a:off x="1245932" y="1371601"/>
            <a:ext cx="9899297" cy="4114798"/>
          </a:xfrm>
          <a:prstGeom prst="roundRect">
            <a:avLst>
              <a:gd name="adj" fmla="val 2253"/>
            </a:avLst>
          </a:prstGeom>
          <a:solidFill>
            <a:schemeClr val="bg1"/>
          </a:solidFill>
          <a:ln>
            <a:noFill/>
          </a:ln>
          <a:effectLst>
            <a:outerShdw blurRad="127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 name="矩形: 圆角 2"/>
          <p:cNvSpPr/>
          <p:nvPr/>
        </p:nvSpPr>
        <p:spPr>
          <a:xfrm>
            <a:off x="635541" y="1154350"/>
            <a:ext cx="10854484" cy="4824918"/>
          </a:xfrm>
          <a:prstGeom prst="roundRect">
            <a:avLst>
              <a:gd name="adj" fmla="val 2253"/>
            </a:avLst>
          </a:prstGeom>
          <a:solidFill>
            <a:schemeClr val="bg1"/>
          </a:solidFill>
          <a:ln>
            <a:noFill/>
          </a:ln>
          <a:effectLst>
            <a:outerShdw blurRad="190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7" name="文本框 6"/>
          <p:cNvSpPr txBox="1"/>
          <p:nvPr/>
        </p:nvSpPr>
        <p:spPr>
          <a:xfrm>
            <a:off x="950059" y="1371602"/>
            <a:ext cx="7571371" cy="4491878"/>
          </a:xfrm>
          <a:prstGeom prst="rect">
            <a:avLst/>
          </a:prstGeom>
          <a:noFill/>
        </p:spPr>
        <p:txBody>
          <a:bodyPr wrap="square" rtlCol="0">
            <a:normAutofit/>
          </a:bodyPr>
          <a:lstStyle/>
          <a:p>
            <a:pPr>
              <a:lnSpc>
                <a:spcPct val="130000"/>
              </a:lnSpc>
              <a:spcAft>
                <a:spcPts val="600"/>
              </a:spcAft>
            </a:pPr>
            <a:r>
              <a:rPr lang="zh-CN" altLang="en-US" sz="2400" b="1" dirty="0">
                <a:solidFill>
                  <a:schemeClr val="accent1">
                    <a:lumMod val="75000"/>
                  </a:schemeClr>
                </a:solidFill>
                <a:cs typeface="+mn-ea"/>
                <a:sym typeface="+mn-lt"/>
              </a:rPr>
              <a:t>初赛规则（具体请参阅</a:t>
            </a:r>
            <a:r>
              <a:rPr lang="en-US" altLang="zh-CN" sz="2400" b="1" dirty="0">
                <a:solidFill>
                  <a:schemeClr val="accent1">
                    <a:lumMod val="75000"/>
                  </a:schemeClr>
                </a:solidFill>
                <a:cs typeface="+mn-ea"/>
                <a:sym typeface="+mn-lt"/>
              </a:rPr>
              <a:t>word</a:t>
            </a:r>
            <a:r>
              <a:rPr lang="zh-CN" altLang="en-US" sz="2400" b="1" dirty="0">
                <a:solidFill>
                  <a:schemeClr val="accent1">
                    <a:lumMod val="75000"/>
                  </a:schemeClr>
                </a:solidFill>
                <a:cs typeface="+mn-ea"/>
                <a:sym typeface="+mn-lt"/>
              </a:rPr>
              <a:t>文档）</a:t>
            </a:r>
            <a:endParaRPr lang="en-US" altLang="zh-CN" sz="2400" b="1" dirty="0">
              <a:solidFill>
                <a:schemeClr val="accent1">
                  <a:lumMod val="75000"/>
                </a:schemeClr>
              </a:solidFill>
              <a:cs typeface="+mn-ea"/>
              <a:sym typeface="+mn-lt"/>
            </a:endParaRPr>
          </a:p>
          <a:p>
            <a:pPr marL="285750" indent="-285750" algn="just">
              <a:lnSpc>
                <a:spcPct val="150000"/>
              </a:lnSpc>
              <a:buFont typeface="Arial" panose="020B0604020202020204" pitchFamily="34" charset="0"/>
              <a:buChar char="•"/>
            </a:pPr>
            <a:r>
              <a:rPr lang="zh-CN" altLang="en-US"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己方一台机器人踢球，有守门员机器人</a:t>
            </a:r>
            <a:r>
              <a:rPr lang="zh-CN"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a:t>
            </a:r>
            <a:endParaRPr lang="en-US"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rPr>
              <a:t>后场开球，机器人需入场。</a:t>
            </a:r>
            <a:r>
              <a:rPr lang="zh-CN"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 </a:t>
            </a:r>
            <a:endParaRPr lang="en-US"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zh-CN"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rPr>
              <a:t>8</a:t>
            </a:r>
            <a:r>
              <a:rPr lang="en-US"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 </a:t>
            </a:r>
            <a:r>
              <a:rPr lang="zh-CN" altLang="en-US"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分钟内进球数前若干名进入复赛。</a:t>
            </a:r>
            <a:endParaRPr lang="en-US"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进球或球出界后重新中圈开球。</a:t>
            </a:r>
            <a:endParaRPr lang="en-US"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rPr>
              <a:t>小禁区内实现进球，只积</a:t>
            </a:r>
            <a:r>
              <a:rPr lang="en-US" altLang="zh-CN"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rPr>
              <a:t>1</a:t>
            </a:r>
            <a:r>
              <a:rPr lang="zh-CN" altLang="en-US"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rPr>
              <a:t>分；小禁区外实现进球，则积</a:t>
            </a:r>
            <a:r>
              <a:rPr lang="en-US" altLang="zh-CN"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rPr>
              <a:t>3</a:t>
            </a:r>
            <a:r>
              <a:rPr lang="zh-CN" altLang="en-US"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rPr>
              <a:t>分。</a:t>
            </a:r>
            <a:endParaRPr lang="zh-CN" altLang="en-US"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如果积分大于等于</a:t>
            </a:r>
            <a:r>
              <a:rPr lang="en-US"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的球队多于</a:t>
            </a:r>
            <a:r>
              <a:rPr lang="en-US"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32</a:t>
            </a:r>
            <a:r>
              <a:rPr lang="zh-CN"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支，则前</a:t>
            </a:r>
            <a:r>
              <a:rPr lang="en-US"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32</a:t>
            </a:r>
            <a:r>
              <a:rPr lang="zh-CN"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名晋级；积分大于等于</a:t>
            </a:r>
            <a:r>
              <a:rPr lang="en-US"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的球队多于</a:t>
            </a:r>
            <a:r>
              <a:rPr lang="en-US"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24</a:t>
            </a:r>
            <a:r>
              <a:rPr lang="zh-CN"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支少于</a:t>
            </a:r>
            <a:r>
              <a:rPr lang="en-US"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32</a:t>
            </a:r>
            <a:r>
              <a:rPr lang="zh-CN"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支，则前</a:t>
            </a:r>
            <a:r>
              <a:rPr lang="en-US"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24</a:t>
            </a:r>
            <a:r>
              <a:rPr lang="zh-CN"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名晋级；积分大于等于</a:t>
            </a:r>
            <a:r>
              <a:rPr lang="en-US"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的球队多于</a:t>
            </a:r>
            <a:r>
              <a:rPr lang="en-US"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16</a:t>
            </a:r>
            <a:r>
              <a:rPr lang="zh-CN"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支少于</a:t>
            </a:r>
            <a:r>
              <a:rPr lang="en-US"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24</a:t>
            </a:r>
            <a:r>
              <a:rPr lang="zh-CN"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支，则前</a:t>
            </a:r>
            <a:r>
              <a:rPr lang="en-US"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16</a:t>
            </a:r>
            <a:r>
              <a:rPr lang="zh-CN"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名晋级。若积分相同，则按照完成所有进球的总时间进行排名。 </a:t>
            </a:r>
            <a:endParaRPr lang="zh-CN"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9" name="图片 8"/>
          <p:cNvPicPr>
            <a:picLocks noChangeAspect="1"/>
          </p:cNvPicPr>
          <p:nvPr/>
        </p:nvPicPr>
        <p:blipFill>
          <a:blip r:embed="rId1"/>
          <a:stretch>
            <a:fillRect/>
          </a:stretch>
        </p:blipFill>
        <p:spPr>
          <a:xfrm>
            <a:off x="7410360" y="1328135"/>
            <a:ext cx="3907267" cy="2655839"/>
          </a:xfrm>
          <a:prstGeom prst="rect">
            <a:avLst/>
          </a:prstGeom>
        </p:spPr>
      </p:pic>
      <p:sp>
        <p:nvSpPr>
          <p:cNvPr id="6" name="椭圆 5"/>
          <p:cNvSpPr/>
          <p:nvPr/>
        </p:nvSpPr>
        <p:spPr>
          <a:xfrm>
            <a:off x="8526819" y="1371600"/>
            <a:ext cx="220006" cy="22000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椭圆 7"/>
          <p:cNvSpPr/>
          <p:nvPr/>
        </p:nvSpPr>
        <p:spPr>
          <a:xfrm>
            <a:off x="9336505" y="2605696"/>
            <a:ext cx="110003" cy="1100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文本框 9"/>
          <p:cNvSpPr txBox="1"/>
          <p:nvPr/>
        </p:nvSpPr>
        <p:spPr>
          <a:xfrm>
            <a:off x="8733160" y="1328135"/>
            <a:ext cx="902811" cy="307777"/>
          </a:xfrm>
          <a:prstGeom prst="rect">
            <a:avLst/>
          </a:prstGeom>
          <a:noFill/>
        </p:spPr>
        <p:txBody>
          <a:bodyPr wrap="none" rtlCol="0">
            <a:spAutoFit/>
          </a:bodyPr>
          <a:lstStyle/>
          <a:p>
            <a:r>
              <a:rPr kumimoji="1" lang="zh-CN" altLang="en-US" sz="1400" dirty="0"/>
              <a:t>起始位置</a:t>
            </a:r>
            <a:endParaRPr kumimoji="1" lang="zh-CN" altLang="en-US" sz="1400" dirty="0"/>
          </a:p>
        </p:txBody>
      </p:sp>
      <p:sp>
        <p:nvSpPr>
          <p:cNvPr id="11" name="文本框 10"/>
          <p:cNvSpPr txBox="1"/>
          <p:nvPr/>
        </p:nvSpPr>
        <p:spPr>
          <a:xfrm>
            <a:off x="9006468" y="2561810"/>
            <a:ext cx="364202" cy="307777"/>
          </a:xfrm>
          <a:prstGeom prst="rect">
            <a:avLst/>
          </a:prstGeom>
          <a:noFill/>
        </p:spPr>
        <p:txBody>
          <a:bodyPr wrap="none" rtlCol="0">
            <a:spAutoFit/>
          </a:bodyPr>
          <a:lstStyle/>
          <a:p>
            <a:r>
              <a:rPr kumimoji="1" lang="zh-CN" altLang="en-US" sz="1400" dirty="0"/>
              <a:t>球</a:t>
            </a:r>
            <a:endParaRPr kumimoji="1" lang="zh-CN" altLang="en-US" sz="1400" dirty="0"/>
          </a:p>
        </p:txBody>
      </p:sp>
      <p:sp>
        <p:nvSpPr>
          <p:cNvPr id="12" name="右箭头 11"/>
          <p:cNvSpPr/>
          <p:nvPr/>
        </p:nvSpPr>
        <p:spPr>
          <a:xfrm>
            <a:off x="8849209" y="2012993"/>
            <a:ext cx="1133564" cy="159566"/>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p:cNvSpPr txBox="1"/>
          <p:nvPr/>
        </p:nvSpPr>
        <p:spPr>
          <a:xfrm>
            <a:off x="8930518" y="1774034"/>
            <a:ext cx="902811" cy="307777"/>
          </a:xfrm>
          <a:prstGeom prst="rect">
            <a:avLst/>
          </a:prstGeom>
          <a:noFill/>
        </p:spPr>
        <p:txBody>
          <a:bodyPr wrap="none" rtlCol="0">
            <a:spAutoFit/>
          </a:bodyPr>
          <a:lstStyle/>
          <a:p>
            <a:r>
              <a:rPr kumimoji="1" lang="zh-CN" altLang="en-US" sz="1400" dirty="0"/>
              <a:t>进攻方向</a:t>
            </a:r>
            <a:endParaRPr kumimoji="1" lang="zh-CN" alt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5" y="237834"/>
            <a:ext cx="8168208" cy="790865"/>
          </a:xfrm>
        </p:spPr>
        <p:txBody>
          <a:bodyPr/>
          <a:lstStyle/>
          <a:p>
            <a:r>
              <a:rPr lang="en-US" altLang="zh-CN" dirty="0" err="1">
                <a:sym typeface="+mn-lt"/>
              </a:rPr>
              <a:t>RoboCup</a:t>
            </a:r>
            <a:r>
              <a:rPr lang="en-US" altLang="zh-CN" dirty="0">
                <a:sym typeface="+mn-lt"/>
              </a:rPr>
              <a:t> </a:t>
            </a:r>
            <a:r>
              <a:rPr lang="en-US" altLang="zh-CN" dirty="0" err="1">
                <a:sym typeface="+mn-lt"/>
              </a:rPr>
              <a:t>kidsize</a:t>
            </a:r>
            <a:r>
              <a:rPr lang="zh-CN" altLang="en-US" dirty="0">
                <a:sym typeface="+mn-lt"/>
              </a:rPr>
              <a:t>校赛</a:t>
            </a:r>
            <a:endParaRPr lang="zh-CN" altLang="en-US" b="1" dirty="0">
              <a:latin typeface="+mn-lt"/>
              <a:ea typeface="+mn-ea"/>
              <a:cs typeface="+mn-ea"/>
              <a:sym typeface="+mn-lt"/>
            </a:endParaRPr>
          </a:p>
        </p:txBody>
      </p:sp>
      <p:sp>
        <p:nvSpPr>
          <p:cNvPr id="5" name="灯片编号占位符 4"/>
          <p:cNvSpPr>
            <a:spLocks noGrp="1"/>
          </p:cNvSpPr>
          <p:nvPr>
            <p:ph type="sldNum" sz="quarter" idx="12"/>
          </p:nvPr>
        </p:nvSpPr>
        <p:spPr/>
        <p:txBody>
          <a:bodyPr/>
          <a:lstStyle/>
          <a:p>
            <a:fld id="{2515AB8F-1C56-49E9-90C8-78D22B0C1B97}" type="slidenum">
              <a:rPr lang="zh-CN" altLang="en-US" smtClean="0">
                <a:cs typeface="+mn-ea"/>
                <a:sym typeface="+mn-lt"/>
              </a:rPr>
            </a:fld>
            <a:endParaRPr lang="zh-CN" altLang="en-US">
              <a:cs typeface="+mn-ea"/>
              <a:sym typeface="+mn-lt"/>
            </a:endParaRPr>
          </a:p>
        </p:txBody>
      </p:sp>
      <p:sp>
        <p:nvSpPr>
          <p:cNvPr id="4" name="矩形: 圆角 3"/>
          <p:cNvSpPr/>
          <p:nvPr/>
        </p:nvSpPr>
        <p:spPr>
          <a:xfrm>
            <a:off x="1245932" y="1371601"/>
            <a:ext cx="9899297" cy="4114798"/>
          </a:xfrm>
          <a:prstGeom prst="roundRect">
            <a:avLst>
              <a:gd name="adj" fmla="val 2253"/>
            </a:avLst>
          </a:prstGeom>
          <a:solidFill>
            <a:schemeClr val="bg1"/>
          </a:solidFill>
          <a:ln>
            <a:noFill/>
          </a:ln>
          <a:effectLst>
            <a:outerShdw blurRad="127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 name="矩形: 圆角 2"/>
          <p:cNvSpPr/>
          <p:nvPr/>
        </p:nvSpPr>
        <p:spPr>
          <a:xfrm>
            <a:off x="512323" y="1095983"/>
            <a:ext cx="10977702" cy="4863829"/>
          </a:xfrm>
          <a:prstGeom prst="roundRect">
            <a:avLst>
              <a:gd name="adj" fmla="val 2253"/>
            </a:avLst>
          </a:prstGeom>
          <a:solidFill>
            <a:schemeClr val="bg1"/>
          </a:solidFill>
          <a:ln>
            <a:noFill/>
          </a:ln>
          <a:effectLst>
            <a:outerShdw blurRad="190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7" name="文本框 6"/>
          <p:cNvSpPr txBox="1"/>
          <p:nvPr/>
        </p:nvSpPr>
        <p:spPr>
          <a:xfrm>
            <a:off x="1046771" y="1554739"/>
            <a:ext cx="9633412" cy="3931660"/>
          </a:xfrm>
          <a:prstGeom prst="rect">
            <a:avLst/>
          </a:prstGeom>
          <a:noFill/>
        </p:spPr>
        <p:txBody>
          <a:bodyPr wrap="square" rtlCol="0">
            <a:normAutofit/>
          </a:bodyPr>
          <a:lstStyle/>
          <a:p>
            <a:pPr>
              <a:lnSpc>
                <a:spcPct val="130000"/>
              </a:lnSpc>
              <a:spcAft>
                <a:spcPts val="600"/>
              </a:spcAft>
            </a:pPr>
            <a:r>
              <a:rPr lang="zh-CN" altLang="en-US" sz="2400" b="1" dirty="0">
                <a:solidFill>
                  <a:schemeClr val="accent1">
                    <a:lumMod val="75000"/>
                  </a:schemeClr>
                </a:solidFill>
                <a:cs typeface="+mn-ea"/>
                <a:sym typeface="+mn-lt"/>
              </a:rPr>
              <a:t>复赛规则（具体请参阅</a:t>
            </a:r>
            <a:r>
              <a:rPr lang="en-US" altLang="zh-CN" sz="2400" b="1" dirty="0">
                <a:solidFill>
                  <a:schemeClr val="accent1">
                    <a:lumMod val="75000"/>
                  </a:schemeClr>
                </a:solidFill>
                <a:cs typeface="+mn-ea"/>
                <a:sym typeface="+mn-lt"/>
              </a:rPr>
              <a:t>word</a:t>
            </a:r>
            <a:r>
              <a:rPr lang="zh-CN" altLang="en-US" sz="2400" b="1" dirty="0">
                <a:solidFill>
                  <a:schemeClr val="accent1">
                    <a:lumMod val="75000"/>
                  </a:schemeClr>
                </a:solidFill>
                <a:cs typeface="+mn-ea"/>
                <a:sym typeface="+mn-lt"/>
              </a:rPr>
              <a:t>文档，尚未发布）</a:t>
            </a:r>
            <a:endParaRPr lang="en-US" altLang="zh-CN" sz="2400" b="1" dirty="0">
              <a:solidFill>
                <a:schemeClr val="accent1">
                  <a:lumMod val="75000"/>
                </a:schemeClr>
              </a:solidFill>
              <a:cs typeface="+mn-ea"/>
              <a:sym typeface="+mn-lt"/>
            </a:endParaRPr>
          </a:p>
          <a:p>
            <a:pPr marL="285750" indent="-285750" algn="just">
              <a:lnSpc>
                <a:spcPct val="150000"/>
              </a:lnSpc>
              <a:buFont typeface="Arial" panose="020B0604020202020204" pitchFamily="34" charset="0"/>
              <a:buChar char="•"/>
            </a:pPr>
            <a:r>
              <a:rPr lang="zh-CN"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对抗赛。</a:t>
            </a:r>
            <a:endParaRPr lang="zh-CN"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每支队伍上场机器人不超过</a:t>
            </a:r>
            <a:r>
              <a:rPr lang="en-US"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3</a:t>
            </a:r>
            <a:r>
              <a:rPr lang="zh-CN" altLang="en-US"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台，守门员最多</a:t>
            </a:r>
            <a:r>
              <a:rPr lang="en-US"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1</a:t>
            </a:r>
            <a:r>
              <a:rPr lang="zh-CN" altLang="en-US"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台</a:t>
            </a:r>
            <a:endParaRPr lang="en-US"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rPr>
              <a:t>中圈开球。</a:t>
            </a:r>
            <a:endParaRPr lang="en-US" altLang="zh-CN"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rPr>
              <a:t>双方机器人需能自行从边线入场。</a:t>
            </a:r>
            <a:r>
              <a:rPr lang="zh-CN"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 </a:t>
            </a:r>
            <a:endParaRPr lang="en-US"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进球或球出界后重新中圈开球，球员出界不作要求。</a:t>
            </a:r>
            <a:endParaRPr lang="en-US"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rPr>
              <a:t>限时 </a:t>
            </a:r>
            <a:r>
              <a:rPr lang="en-US" altLang="zh-CN"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rPr>
              <a:t>15 </a:t>
            </a:r>
            <a:r>
              <a:rPr lang="zh-CN" altLang="en-US"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rPr>
              <a:t>分钟，小组赛无点球环节，淘汰赛同分则加点球环节</a:t>
            </a:r>
            <a:endParaRPr lang="en-US"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p:txBody>
      </p:sp>
      <p:grpSp>
        <p:nvGrpSpPr>
          <p:cNvPr id="8" name="docshapegroup1"/>
          <p:cNvGrpSpPr/>
          <p:nvPr/>
        </p:nvGrpSpPr>
        <p:grpSpPr bwMode="auto">
          <a:xfrm>
            <a:off x="7512226" y="1554739"/>
            <a:ext cx="3633003" cy="2420891"/>
            <a:chOff x="3380" y="969"/>
            <a:chExt cx="5133" cy="3520"/>
          </a:xfrm>
        </p:grpSpPr>
        <p:pic>
          <p:nvPicPr>
            <p:cNvPr id="1027" name="docshape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80" y="969"/>
              <a:ext cx="5133" cy="3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docshape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1" y="2642"/>
              <a:ext cx="19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docshape4"/>
            <p:cNvSpPr>
              <a:spLocks noChangeArrowheads="1"/>
            </p:cNvSpPr>
            <p:nvPr/>
          </p:nvSpPr>
          <p:spPr bwMode="auto">
            <a:xfrm>
              <a:off x="5102" y="1087"/>
              <a:ext cx="162" cy="184"/>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0" name="docshape5"/>
            <p:cNvSpPr>
              <a:spLocks noChangeArrowheads="1"/>
            </p:cNvSpPr>
            <p:nvPr/>
          </p:nvSpPr>
          <p:spPr bwMode="auto">
            <a:xfrm>
              <a:off x="5092" y="1087"/>
              <a:ext cx="162" cy="184"/>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1" name="docshape6"/>
            <p:cNvSpPr>
              <a:spLocks noChangeArrowheads="1"/>
            </p:cNvSpPr>
            <p:nvPr/>
          </p:nvSpPr>
          <p:spPr bwMode="auto">
            <a:xfrm>
              <a:off x="5089" y="4170"/>
              <a:ext cx="162" cy="184"/>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2" name="docshape7"/>
            <p:cNvSpPr>
              <a:spLocks noChangeArrowheads="1"/>
            </p:cNvSpPr>
            <p:nvPr/>
          </p:nvSpPr>
          <p:spPr bwMode="auto">
            <a:xfrm>
              <a:off x="5089" y="4170"/>
              <a:ext cx="162" cy="184"/>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3" name="Line 9"/>
            <p:cNvSpPr>
              <a:spLocks noChangeShapeType="1"/>
            </p:cNvSpPr>
            <p:nvPr/>
          </p:nvSpPr>
          <p:spPr bwMode="auto">
            <a:xfrm>
              <a:off x="5166" y="2725"/>
              <a:ext cx="0" cy="1433"/>
            </a:xfrm>
            <a:prstGeom prst="line">
              <a:avLst/>
            </a:prstGeom>
            <a:noFill/>
            <a:ln w="9525">
              <a:solidFill>
                <a:srgbClr val="000000"/>
              </a:solidFill>
              <a:prstDash val="dot"/>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4" name="docshape8"/>
            <p:cNvSpPr>
              <a:spLocks noChangeArrowheads="1"/>
            </p:cNvSpPr>
            <p:nvPr/>
          </p:nvSpPr>
          <p:spPr bwMode="auto">
            <a:xfrm>
              <a:off x="6643" y="4170"/>
              <a:ext cx="162" cy="184"/>
            </a:xfrm>
            <a:prstGeom prst="rect">
              <a:avLst/>
            </a:prstGeom>
            <a:solidFill>
              <a:srgbClr val="4471C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5" name="docshape9"/>
            <p:cNvSpPr>
              <a:spLocks noChangeArrowheads="1"/>
            </p:cNvSpPr>
            <p:nvPr/>
          </p:nvSpPr>
          <p:spPr bwMode="auto">
            <a:xfrm>
              <a:off x="6633" y="4170"/>
              <a:ext cx="162" cy="184"/>
            </a:xfrm>
            <a:prstGeom prst="rect">
              <a:avLst/>
            </a:prstGeom>
            <a:noFill/>
            <a:ln w="9525">
              <a:solidFill>
                <a:srgbClr val="4471C4"/>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6" name="docshape10"/>
            <p:cNvSpPr>
              <a:spLocks noChangeArrowheads="1"/>
            </p:cNvSpPr>
            <p:nvPr/>
          </p:nvSpPr>
          <p:spPr bwMode="auto">
            <a:xfrm>
              <a:off x="6657" y="1127"/>
              <a:ext cx="162" cy="184"/>
            </a:xfrm>
            <a:prstGeom prst="rect">
              <a:avLst/>
            </a:prstGeom>
            <a:solidFill>
              <a:srgbClr val="4471C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7" name="docshape11"/>
            <p:cNvSpPr>
              <a:spLocks noChangeArrowheads="1"/>
            </p:cNvSpPr>
            <p:nvPr/>
          </p:nvSpPr>
          <p:spPr bwMode="auto">
            <a:xfrm>
              <a:off x="6657" y="1127"/>
              <a:ext cx="162" cy="184"/>
            </a:xfrm>
            <a:prstGeom prst="rect">
              <a:avLst/>
            </a:prstGeom>
            <a:noFill/>
            <a:ln w="9525">
              <a:solidFill>
                <a:srgbClr val="4471C4"/>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8" name="docshape12"/>
            <p:cNvSpPr/>
            <p:nvPr/>
          </p:nvSpPr>
          <p:spPr bwMode="auto">
            <a:xfrm>
              <a:off x="5166" y="1277"/>
              <a:ext cx="3128" cy="1453"/>
            </a:xfrm>
            <a:custGeom>
              <a:avLst/>
              <a:gdLst>
                <a:gd name="T0" fmla="+- 0 6423 4376"/>
                <a:gd name="T1" fmla="*/ T0 w 3128"/>
                <a:gd name="T2" fmla="+- 0 2718 2718"/>
                <a:gd name="T3" fmla="*/ 2718 h 1453"/>
                <a:gd name="T4" fmla="+- 0 6423 4376"/>
                <a:gd name="T5" fmla="*/ T4 w 3128"/>
                <a:gd name="T6" fmla="+- 0 4151 2718"/>
                <a:gd name="T7" fmla="*/ 4151 h 1453"/>
                <a:gd name="T8" fmla="+- 0 7504 4376"/>
                <a:gd name="T9" fmla="*/ T8 w 3128"/>
                <a:gd name="T10" fmla="+- 0 2725 2718"/>
                <a:gd name="T11" fmla="*/ 2725 h 1453"/>
                <a:gd name="T12" fmla="+- 0 7504 4376"/>
                <a:gd name="T13" fmla="*/ T12 w 3128"/>
                <a:gd name="T14" fmla="+- 0 4158 2718"/>
                <a:gd name="T15" fmla="*/ 4158 h 1453"/>
                <a:gd name="T16" fmla="+- 0 4376 4376"/>
                <a:gd name="T17" fmla="*/ T16 w 3128"/>
                <a:gd name="T18" fmla="+- 0 2738 2718"/>
                <a:gd name="T19" fmla="*/ 2738 h 1453"/>
                <a:gd name="T20" fmla="+- 0 4376 4376"/>
                <a:gd name="T21" fmla="*/ T20 w 3128"/>
                <a:gd name="T22" fmla="+- 0 4171 2718"/>
                <a:gd name="T23" fmla="*/ 4171 h 1453"/>
              </a:gdLst>
              <a:ahLst/>
              <a:cxnLst>
                <a:cxn ang="0">
                  <a:pos x="T1" y="T3"/>
                </a:cxn>
                <a:cxn ang="0">
                  <a:pos x="T5" y="T7"/>
                </a:cxn>
                <a:cxn ang="0">
                  <a:pos x="T9" y="T11"/>
                </a:cxn>
                <a:cxn ang="0">
                  <a:pos x="T13" y="T15"/>
                </a:cxn>
                <a:cxn ang="0">
                  <a:pos x="T17" y="T19"/>
                </a:cxn>
                <a:cxn ang="0">
                  <a:pos x="T21" y="T23"/>
                </a:cxn>
              </a:cxnLst>
              <a:rect l="0" t="0" r="r" b="b"/>
              <a:pathLst>
                <a:path w="3128" h="1453">
                  <a:moveTo>
                    <a:pt x="2047" y="0"/>
                  </a:moveTo>
                  <a:lnTo>
                    <a:pt x="2047" y="1433"/>
                  </a:lnTo>
                  <a:moveTo>
                    <a:pt x="3128" y="7"/>
                  </a:moveTo>
                  <a:lnTo>
                    <a:pt x="3128" y="1440"/>
                  </a:lnTo>
                  <a:moveTo>
                    <a:pt x="0" y="20"/>
                  </a:moveTo>
                  <a:lnTo>
                    <a:pt x="0" y="1453"/>
                  </a:lnTo>
                </a:path>
              </a:pathLst>
            </a:custGeom>
            <a:noFill/>
            <a:ln w="9525">
              <a:solidFill>
                <a:srgbClr val="000000"/>
              </a:solidFill>
              <a:prstDash val="dot"/>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5" y="237834"/>
            <a:ext cx="8168208" cy="790865"/>
          </a:xfrm>
        </p:spPr>
        <p:txBody>
          <a:bodyPr/>
          <a:lstStyle/>
          <a:p>
            <a:r>
              <a:rPr lang="en-US" altLang="zh-CN" dirty="0" err="1">
                <a:sym typeface="+mn-lt"/>
              </a:rPr>
              <a:t>RoboCup</a:t>
            </a:r>
            <a:r>
              <a:rPr lang="en-US" altLang="zh-CN" dirty="0">
                <a:sym typeface="+mn-lt"/>
              </a:rPr>
              <a:t> </a:t>
            </a:r>
            <a:r>
              <a:rPr lang="en-US" altLang="zh-CN" dirty="0" err="1">
                <a:sym typeface="+mn-lt"/>
              </a:rPr>
              <a:t>kidsize</a:t>
            </a:r>
            <a:r>
              <a:rPr lang="zh-CN" altLang="en-US" dirty="0">
                <a:sym typeface="+mn-lt"/>
              </a:rPr>
              <a:t>校赛</a:t>
            </a:r>
            <a:endParaRPr lang="zh-CN" altLang="en-US" b="1" dirty="0">
              <a:latin typeface="+mn-lt"/>
              <a:ea typeface="+mn-ea"/>
              <a:cs typeface="+mn-ea"/>
              <a:sym typeface="+mn-lt"/>
            </a:endParaRPr>
          </a:p>
        </p:txBody>
      </p:sp>
      <p:sp>
        <p:nvSpPr>
          <p:cNvPr id="5" name="灯片编号占位符 4"/>
          <p:cNvSpPr>
            <a:spLocks noGrp="1"/>
          </p:cNvSpPr>
          <p:nvPr>
            <p:ph type="sldNum" sz="quarter" idx="12"/>
          </p:nvPr>
        </p:nvSpPr>
        <p:spPr/>
        <p:txBody>
          <a:bodyPr/>
          <a:lstStyle/>
          <a:p>
            <a:fld id="{2515AB8F-1C56-49E9-90C8-78D22B0C1B97}" type="slidenum">
              <a:rPr lang="zh-CN" altLang="en-US" smtClean="0">
                <a:cs typeface="+mn-ea"/>
                <a:sym typeface="+mn-lt"/>
              </a:rPr>
            </a:fld>
            <a:endParaRPr lang="zh-CN" altLang="en-US">
              <a:cs typeface="+mn-ea"/>
              <a:sym typeface="+mn-lt"/>
            </a:endParaRPr>
          </a:p>
        </p:txBody>
      </p:sp>
      <p:sp>
        <p:nvSpPr>
          <p:cNvPr id="4" name="矩形: 圆角 3"/>
          <p:cNvSpPr/>
          <p:nvPr/>
        </p:nvSpPr>
        <p:spPr>
          <a:xfrm>
            <a:off x="1245932" y="1371601"/>
            <a:ext cx="9899297" cy="4114798"/>
          </a:xfrm>
          <a:prstGeom prst="roundRect">
            <a:avLst>
              <a:gd name="adj" fmla="val 2253"/>
            </a:avLst>
          </a:prstGeom>
          <a:solidFill>
            <a:schemeClr val="bg1"/>
          </a:solidFill>
          <a:ln>
            <a:noFill/>
          </a:ln>
          <a:effectLst>
            <a:outerShdw blurRad="127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 name="矩形: 圆角 2"/>
          <p:cNvSpPr/>
          <p:nvPr/>
        </p:nvSpPr>
        <p:spPr>
          <a:xfrm>
            <a:off x="1084405" y="1585620"/>
            <a:ext cx="9899297" cy="4114799"/>
          </a:xfrm>
          <a:prstGeom prst="roundRect">
            <a:avLst>
              <a:gd name="adj" fmla="val 2253"/>
            </a:avLst>
          </a:prstGeom>
          <a:solidFill>
            <a:schemeClr val="bg1"/>
          </a:solidFill>
          <a:ln>
            <a:noFill/>
          </a:ln>
          <a:effectLst>
            <a:outerShdw blurRad="190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7" name="文本框 6"/>
          <p:cNvSpPr txBox="1"/>
          <p:nvPr/>
        </p:nvSpPr>
        <p:spPr>
          <a:xfrm>
            <a:off x="1511817" y="1804507"/>
            <a:ext cx="9168366" cy="3681892"/>
          </a:xfrm>
          <a:prstGeom prst="rect">
            <a:avLst/>
          </a:prstGeom>
          <a:noFill/>
        </p:spPr>
        <p:txBody>
          <a:bodyPr wrap="square" rtlCol="0">
            <a:normAutofit/>
          </a:bodyPr>
          <a:lstStyle/>
          <a:p>
            <a:pPr algn="ctr">
              <a:lnSpc>
                <a:spcPct val="130000"/>
              </a:lnSpc>
              <a:spcAft>
                <a:spcPts val="600"/>
              </a:spcAft>
            </a:pPr>
            <a:r>
              <a:rPr lang="zh-CN" altLang="en-US" sz="2400" b="1" dirty="0">
                <a:solidFill>
                  <a:schemeClr val="accent1">
                    <a:lumMod val="75000"/>
                  </a:schemeClr>
                </a:solidFill>
                <a:cs typeface="+mn-ea"/>
                <a:sym typeface="+mn-lt"/>
              </a:rPr>
              <a:t>注意事项</a:t>
            </a:r>
            <a:endParaRPr lang="en-US" altLang="zh-CN" sz="2400" b="1" dirty="0">
              <a:solidFill>
                <a:schemeClr val="accent1">
                  <a:lumMod val="75000"/>
                </a:schemeClr>
              </a:solidFill>
              <a:cs typeface="+mn-ea"/>
              <a:sym typeface="+mn-lt"/>
            </a:endParaRPr>
          </a:p>
          <a:p>
            <a:pPr marL="285750" indent="-285750" algn="just">
              <a:lnSpc>
                <a:spcPct val="150000"/>
              </a:lnSpc>
              <a:buFont typeface="Arial" panose="020B0604020202020204" pitchFamily="34" charset="0"/>
              <a:buChar char="•"/>
            </a:pPr>
            <a:r>
              <a:rPr lang="zh-CN" altLang="en-US" sz="2000" b="1"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比赛途中，若足球连续 </a:t>
            </a:r>
            <a:r>
              <a:rPr lang="en-US" altLang="zh-CN" sz="2000" b="1"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100s </a:t>
            </a:r>
            <a:r>
              <a:rPr lang="zh-CN" altLang="en-US" sz="2000" b="1"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没有移动，则足球与所有机器人重新回到初始位置，继续比赛。</a:t>
            </a:r>
            <a:endParaRPr lang="en-US" altLang="zh-CN" sz="2000" b="1"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代码严禁抄袭</a:t>
            </a:r>
            <a:r>
              <a:rPr lang="zh-CN" altLang="en-US"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。对提交的代码进行查重，</a:t>
            </a:r>
            <a:r>
              <a:rPr lang="zh-CN"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发现抄袭行为，取消比赛资格。 </a:t>
            </a:r>
            <a:endParaRPr lang="en-US"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solidFill>
                  <a:schemeClr val="accent1">
                    <a:lumMod val="75000"/>
                  </a:schemeClr>
                </a:solidFill>
                <a:effectLst/>
                <a:latin typeface="Times New Roman" panose="02020603050405020304" pitchFamily="18" charset="0"/>
                <a:ea typeface="黑体" panose="02010609060101010101" pitchFamily="49" charset="-122"/>
                <a:cs typeface="Times New Roman" panose="02020603050405020304" pitchFamily="18" charset="0"/>
              </a:rPr>
              <a:t>Webots</a:t>
            </a:r>
            <a:r>
              <a:rPr lang="zh-CN"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仿真平台存在光照的模拟，在进行比赛时光照会</a:t>
            </a:r>
            <a:r>
              <a:rPr lang="zh-CN" altLang="en-US"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干扰</a:t>
            </a:r>
            <a:r>
              <a:rPr lang="zh-CN"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图像处理</a:t>
            </a:r>
            <a:r>
              <a:rPr lang="zh-CN" altLang="en-US"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效果</a:t>
            </a:r>
            <a:r>
              <a:rPr lang="zh-CN"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，请各参赛队注意提升程序的鲁棒性。 </a:t>
            </a:r>
            <a:endParaRPr lang="en-US"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校赛比赛</a:t>
            </a:r>
            <a:r>
              <a:rPr lang="zh-CN"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规则最终解释权归组委会所有。</a:t>
            </a:r>
            <a:endParaRPr lang="zh-CN" altLang="zh-CN" sz="1800"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5" y="237834"/>
            <a:ext cx="8168208" cy="790865"/>
          </a:xfrm>
        </p:spPr>
        <p:txBody>
          <a:bodyPr/>
          <a:lstStyle/>
          <a:p>
            <a:r>
              <a:rPr lang="en-US" altLang="zh-CN" dirty="0" err="1">
                <a:sym typeface="+mn-lt"/>
              </a:rPr>
              <a:t>RoboCup</a:t>
            </a:r>
            <a:r>
              <a:rPr lang="en-US" altLang="zh-CN" dirty="0">
                <a:sym typeface="+mn-lt"/>
              </a:rPr>
              <a:t> </a:t>
            </a:r>
            <a:r>
              <a:rPr lang="en-US" altLang="zh-CN" dirty="0" err="1">
                <a:sym typeface="+mn-lt"/>
              </a:rPr>
              <a:t>kidsize</a:t>
            </a:r>
            <a:r>
              <a:rPr lang="zh-CN" altLang="en-US" dirty="0">
                <a:sym typeface="+mn-lt"/>
              </a:rPr>
              <a:t>校赛</a:t>
            </a:r>
            <a:endParaRPr lang="zh-CN" altLang="en-US" b="1" dirty="0">
              <a:latin typeface="+mn-lt"/>
              <a:ea typeface="+mn-ea"/>
              <a:cs typeface="+mn-ea"/>
              <a:sym typeface="+mn-lt"/>
            </a:endParaRPr>
          </a:p>
        </p:txBody>
      </p:sp>
      <p:sp>
        <p:nvSpPr>
          <p:cNvPr id="5" name="灯片编号占位符 4"/>
          <p:cNvSpPr>
            <a:spLocks noGrp="1"/>
          </p:cNvSpPr>
          <p:nvPr>
            <p:ph type="sldNum" sz="quarter" idx="12"/>
          </p:nvPr>
        </p:nvSpPr>
        <p:spPr/>
        <p:txBody>
          <a:bodyPr/>
          <a:lstStyle/>
          <a:p>
            <a:fld id="{2515AB8F-1C56-49E9-90C8-78D22B0C1B97}" type="slidenum">
              <a:rPr lang="zh-CN" altLang="en-US" smtClean="0">
                <a:cs typeface="+mn-ea"/>
                <a:sym typeface="+mn-lt"/>
              </a:rPr>
            </a:fld>
            <a:endParaRPr lang="zh-CN" altLang="en-US">
              <a:cs typeface="+mn-ea"/>
              <a:sym typeface="+mn-lt"/>
            </a:endParaRPr>
          </a:p>
        </p:txBody>
      </p:sp>
      <p:sp>
        <p:nvSpPr>
          <p:cNvPr id="4" name="矩形: 圆角 3"/>
          <p:cNvSpPr/>
          <p:nvPr/>
        </p:nvSpPr>
        <p:spPr>
          <a:xfrm>
            <a:off x="1245932" y="1371601"/>
            <a:ext cx="9899297" cy="4114798"/>
          </a:xfrm>
          <a:prstGeom prst="roundRect">
            <a:avLst>
              <a:gd name="adj" fmla="val 2253"/>
            </a:avLst>
          </a:prstGeom>
          <a:solidFill>
            <a:schemeClr val="bg1"/>
          </a:solidFill>
          <a:ln>
            <a:noFill/>
          </a:ln>
          <a:effectLst>
            <a:outerShdw blurRad="127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 name="矩形: 圆角 2"/>
          <p:cNvSpPr/>
          <p:nvPr/>
        </p:nvSpPr>
        <p:spPr>
          <a:xfrm>
            <a:off x="1084405" y="1585620"/>
            <a:ext cx="9899297" cy="4114799"/>
          </a:xfrm>
          <a:prstGeom prst="roundRect">
            <a:avLst>
              <a:gd name="adj" fmla="val 2253"/>
            </a:avLst>
          </a:prstGeom>
          <a:solidFill>
            <a:schemeClr val="bg1"/>
          </a:solidFill>
          <a:ln>
            <a:noFill/>
          </a:ln>
          <a:effectLst>
            <a:outerShdw blurRad="190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7" name="文本框 6"/>
          <p:cNvSpPr txBox="1"/>
          <p:nvPr/>
        </p:nvSpPr>
        <p:spPr>
          <a:xfrm>
            <a:off x="1511817" y="1804507"/>
            <a:ext cx="9168366" cy="3681892"/>
          </a:xfrm>
          <a:prstGeom prst="rect">
            <a:avLst/>
          </a:prstGeom>
          <a:noFill/>
        </p:spPr>
        <p:txBody>
          <a:bodyPr wrap="square" rtlCol="0">
            <a:normAutofit/>
          </a:bodyPr>
          <a:lstStyle/>
          <a:p>
            <a:pPr algn="ctr">
              <a:lnSpc>
                <a:spcPct val="130000"/>
              </a:lnSpc>
              <a:spcAft>
                <a:spcPts val="600"/>
              </a:spcAft>
            </a:pPr>
            <a:r>
              <a:rPr lang="zh-CN" altLang="en-US" sz="2400" b="1" dirty="0">
                <a:solidFill>
                  <a:schemeClr val="accent1">
                    <a:lumMod val="75000"/>
                  </a:schemeClr>
                </a:solidFill>
                <a:cs typeface="+mn-ea"/>
                <a:sym typeface="+mn-lt"/>
              </a:rPr>
              <a:t>比赛难点</a:t>
            </a:r>
            <a:endParaRPr lang="en-US" altLang="zh-CN" sz="2400" b="1" dirty="0">
              <a:solidFill>
                <a:schemeClr val="accent1">
                  <a:lumMod val="75000"/>
                </a:schemeClr>
              </a:solidFill>
              <a:cs typeface="+mn-ea"/>
              <a:sym typeface="+mn-lt"/>
            </a:endParaRPr>
          </a:p>
          <a:p>
            <a:pPr marL="285750" indent="-285750" algn="just">
              <a:lnSpc>
                <a:spcPct val="200000"/>
              </a:lnSpc>
              <a:buFont typeface="Arial" panose="020B0604020202020204" pitchFamily="34" charset="0"/>
              <a:buChar char="•"/>
            </a:pPr>
            <a:r>
              <a:rPr lang="zh-CN" altLang="en-US" b="1"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rPr>
              <a:t>机器人的坐标定位不准确，需要通过一些方法做优化</a:t>
            </a:r>
            <a:endParaRPr lang="en-US" altLang="zh-CN" b="1"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285750" indent="-285750" algn="just">
              <a:lnSpc>
                <a:spcPct val="200000"/>
              </a:lnSpc>
              <a:buFont typeface="Arial" panose="020B0604020202020204" pitchFamily="34" charset="0"/>
              <a:buChar char="•"/>
            </a:pPr>
            <a:r>
              <a:rPr lang="zh-CN" altLang="en-US" b="1"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rPr>
              <a:t>机器人运动控制不是完全精确，对鲁棒性控制有要求</a:t>
            </a:r>
            <a:endParaRPr lang="zh-CN" altLang="en-US" b="1"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endParaRPr>
          </a:p>
          <a:p>
            <a:pPr marL="285750" indent="-285750" algn="just">
              <a:lnSpc>
                <a:spcPct val="200000"/>
              </a:lnSpc>
              <a:buFont typeface="Arial" panose="020B0604020202020204" pitchFamily="34" charset="0"/>
              <a:buChar char="•"/>
            </a:pPr>
            <a:r>
              <a:rPr lang="zh-CN" altLang="en-US" b="1"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rPr>
              <a:t>机器人踢球动作模块的动作参数可以自由调节</a:t>
            </a:r>
            <a:endParaRPr lang="en-US" altLang="zh-CN" b="1"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endParaRPr>
          </a:p>
          <a:p>
            <a:pPr marL="285750" indent="-285750" algn="just">
              <a:lnSpc>
                <a:spcPct val="200000"/>
              </a:lnSpc>
              <a:buFont typeface="Arial" panose="020B0604020202020204" pitchFamily="34" charset="0"/>
              <a:buChar char="•"/>
            </a:pPr>
            <a:r>
              <a:rPr lang="zh-CN" altLang="en-US" b="1"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rPr>
              <a:t>策略博弈</a:t>
            </a:r>
            <a:endParaRPr lang="zh-CN" altLang="en-US" b="1"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endParaRPr>
          </a:p>
          <a:p>
            <a:pPr marL="285750" indent="-285750" algn="just">
              <a:lnSpc>
                <a:spcPct val="200000"/>
              </a:lnSpc>
              <a:buFont typeface="Arial" panose="020B0604020202020204" pitchFamily="34" charset="0"/>
              <a:buChar char="•"/>
            </a:pPr>
            <a:r>
              <a:rPr lang="zh-CN" altLang="en-US" b="1"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rPr>
              <a:t>对比赛规则的理解和解读</a:t>
            </a:r>
            <a:endParaRPr lang="zh-CN" altLang="en-US" b="1"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255" y="237834"/>
            <a:ext cx="8168208" cy="790865"/>
          </a:xfrm>
        </p:spPr>
        <p:txBody>
          <a:bodyPr/>
          <a:lstStyle/>
          <a:p>
            <a:r>
              <a:rPr lang="en-US" altLang="zh-CN" dirty="0" err="1">
                <a:sym typeface="+mn-lt"/>
              </a:rPr>
              <a:t>RoboCup</a:t>
            </a:r>
            <a:r>
              <a:rPr lang="en-US" altLang="zh-CN" dirty="0">
                <a:sym typeface="+mn-lt"/>
              </a:rPr>
              <a:t> </a:t>
            </a:r>
            <a:r>
              <a:rPr lang="en-US" altLang="zh-CN" dirty="0" err="1">
                <a:sym typeface="+mn-lt"/>
              </a:rPr>
              <a:t>kidsize</a:t>
            </a:r>
            <a:r>
              <a:rPr lang="zh-CN" altLang="en-US" dirty="0">
                <a:sym typeface="+mn-lt"/>
              </a:rPr>
              <a:t>校赛</a:t>
            </a:r>
            <a:endParaRPr lang="zh-CN" altLang="en-US" b="1" dirty="0">
              <a:latin typeface="+mn-lt"/>
              <a:ea typeface="+mn-ea"/>
              <a:cs typeface="+mn-ea"/>
              <a:sym typeface="+mn-lt"/>
            </a:endParaRPr>
          </a:p>
        </p:txBody>
      </p:sp>
      <p:sp>
        <p:nvSpPr>
          <p:cNvPr id="5" name="灯片编号占位符 4"/>
          <p:cNvSpPr>
            <a:spLocks noGrp="1"/>
          </p:cNvSpPr>
          <p:nvPr>
            <p:ph type="sldNum" sz="quarter" idx="12"/>
          </p:nvPr>
        </p:nvSpPr>
        <p:spPr/>
        <p:txBody>
          <a:bodyPr/>
          <a:lstStyle/>
          <a:p>
            <a:fld id="{2515AB8F-1C56-49E9-90C8-78D22B0C1B97}" type="slidenum">
              <a:rPr lang="zh-CN" altLang="en-US" smtClean="0">
                <a:cs typeface="+mn-ea"/>
                <a:sym typeface="+mn-lt"/>
              </a:rPr>
            </a:fld>
            <a:endParaRPr lang="zh-CN" altLang="en-US">
              <a:cs typeface="+mn-ea"/>
              <a:sym typeface="+mn-lt"/>
            </a:endParaRPr>
          </a:p>
        </p:txBody>
      </p:sp>
      <p:sp>
        <p:nvSpPr>
          <p:cNvPr id="4" name="矩形: 圆角 3"/>
          <p:cNvSpPr/>
          <p:nvPr/>
        </p:nvSpPr>
        <p:spPr>
          <a:xfrm>
            <a:off x="1245932" y="1371601"/>
            <a:ext cx="9899297" cy="4114798"/>
          </a:xfrm>
          <a:prstGeom prst="roundRect">
            <a:avLst>
              <a:gd name="adj" fmla="val 2253"/>
            </a:avLst>
          </a:prstGeom>
          <a:solidFill>
            <a:schemeClr val="bg1"/>
          </a:solidFill>
          <a:ln>
            <a:noFill/>
          </a:ln>
          <a:effectLst>
            <a:outerShdw blurRad="127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 name="矩形: 圆角 2"/>
          <p:cNvSpPr/>
          <p:nvPr/>
        </p:nvSpPr>
        <p:spPr>
          <a:xfrm>
            <a:off x="1084405" y="1585620"/>
            <a:ext cx="9899297" cy="4114799"/>
          </a:xfrm>
          <a:prstGeom prst="roundRect">
            <a:avLst>
              <a:gd name="adj" fmla="val 2253"/>
            </a:avLst>
          </a:prstGeom>
          <a:solidFill>
            <a:schemeClr val="bg1"/>
          </a:solidFill>
          <a:ln>
            <a:noFill/>
          </a:ln>
          <a:effectLst>
            <a:outerShdw blurRad="190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8" name="图片 7"/>
          <p:cNvPicPr>
            <a:picLocks noChangeAspect="1"/>
          </p:cNvPicPr>
          <p:nvPr/>
        </p:nvPicPr>
        <p:blipFill>
          <a:blip r:embed="rId1">
            <a:alphaModFix amt="30000"/>
            <a:extLst>
              <a:ext uri="{28A0092B-C50C-407E-A947-70E740481C1C}">
                <a14:useLocalDpi xmlns:a14="http://schemas.microsoft.com/office/drawing/2010/main" val="0"/>
              </a:ext>
            </a:extLst>
          </a:blip>
          <a:stretch>
            <a:fillRect/>
          </a:stretch>
        </p:blipFill>
        <p:spPr>
          <a:xfrm>
            <a:off x="8427299" y="1209675"/>
            <a:ext cx="3382251" cy="4438649"/>
          </a:xfrm>
          <a:prstGeom prst="rect">
            <a:avLst/>
          </a:prstGeom>
        </p:spPr>
      </p:pic>
      <p:sp>
        <p:nvSpPr>
          <p:cNvPr id="7" name="文本框 6"/>
          <p:cNvSpPr txBox="1"/>
          <p:nvPr/>
        </p:nvSpPr>
        <p:spPr>
          <a:xfrm>
            <a:off x="1245932" y="1911517"/>
            <a:ext cx="9595778" cy="3681892"/>
          </a:xfrm>
          <a:prstGeom prst="rect">
            <a:avLst/>
          </a:prstGeom>
          <a:noFill/>
        </p:spPr>
        <p:txBody>
          <a:bodyPr wrap="square" rtlCol="0">
            <a:normAutofit/>
          </a:bodyPr>
          <a:lstStyle/>
          <a:p>
            <a:pPr algn="ctr">
              <a:lnSpc>
                <a:spcPct val="130000"/>
              </a:lnSpc>
              <a:spcAft>
                <a:spcPts val="600"/>
              </a:spcAft>
            </a:pPr>
            <a:r>
              <a:rPr lang="zh-CN" altLang="en-US" sz="2400" b="1" dirty="0">
                <a:solidFill>
                  <a:schemeClr val="accent1">
                    <a:lumMod val="75000"/>
                  </a:schemeClr>
                </a:solidFill>
                <a:cs typeface="+mn-ea"/>
                <a:sym typeface="+mn-lt"/>
              </a:rPr>
              <a:t>技术基础和学习资源初步介绍</a:t>
            </a:r>
            <a:endParaRPr lang="en-US" altLang="zh-CN" sz="2400" b="1" dirty="0">
              <a:solidFill>
                <a:schemeClr val="accent1">
                  <a:lumMod val="75000"/>
                </a:schemeClr>
              </a:solidFill>
              <a:cs typeface="+mn-ea"/>
              <a:sym typeface="+mn-lt"/>
            </a:endParaRPr>
          </a:p>
          <a:p>
            <a:pPr marL="285750" indent="-285750" algn="just">
              <a:lnSpc>
                <a:spcPct val="200000"/>
              </a:lnSpc>
              <a:buFont typeface="Arial" panose="020B0604020202020204" pitchFamily="34" charset="0"/>
              <a:buChar char="•"/>
            </a:pPr>
            <a:r>
              <a:rPr lang="zh-CN" altLang="en-US" b="1"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熟悉并能够搭建</a:t>
            </a:r>
            <a:r>
              <a:rPr lang="en-US" altLang="zh-CN" b="1"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Linux</a:t>
            </a:r>
            <a:r>
              <a:rPr lang="zh-CN" altLang="en-US" b="1"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环境（可以参考</a:t>
            </a:r>
            <a:r>
              <a:rPr lang="en-US" altLang="zh-CN" b="1"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a:t>
            </a:r>
            <a:r>
              <a:rPr lang="zh-CN" altLang="zh-CN" b="1" dirty="0"/>
              <a:t>鸟哥的</a:t>
            </a:r>
            <a:r>
              <a:rPr lang="en-US" altLang="zh-CN" b="1" dirty="0"/>
              <a:t>Linux</a:t>
            </a:r>
            <a:r>
              <a:rPr lang="zh-CN" altLang="zh-CN" b="1" dirty="0"/>
              <a:t>私房菜</a:t>
            </a:r>
            <a:r>
              <a:rPr lang="en-US" altLang="zh-CN" b="1"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a:t>
            </a:r>
            <a:r>
              <a:rPr lang="zh-CN" altLang="en-US" b="1"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rPr>
              <a:t>）</a:t>
            </a:r>
            <a:endParaRPr lang="en-US" altLang="zh-CN" b="1" kern="100" dirty="0">
              <a:solidFill>
                <a:schemeClr val="accent1">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285750" indent="-285750">
              <a:lnSpc>
                <a:spcPct val="200000"/>
              </a:lnSpc>
              <a:buFont typeface="Arial" panose="020B0604020202020204" pitchFamily="34" charset="0"/>
              <a:buChar char="•"/>
            </a:pPr>
            <a:r>
              <a:rPr lang="zh-CN" altLang="en-US" b="1"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rPr>
              <a:t>学会简单使用</a:t>
            </a:r>
            <a:r>
              <a:rPr lang="en-US" altLang="zh-CN" b="1" kern="100" dirty="0" err="1">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rPr>
              <a:t>opencv</a:t>
            </a:r>
            <a:r>
              <a:rPr lang="zh-CN" altLang="en-US" b="1"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rPr>
              <a:t>，能够简单识别球和球门柱。（可以参考</a:t>
            </a:r>
            <a:r>
              <a:rPr lang="en-US" altLang="zh-CN" b="1"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rPr>
              <a:t>《</a:t>
            </a:r>
            <a:r>
              <a:rPr lang="en-US" altLang="zh-CN" b="1" dirty="0"/>
              <a:t>Learning OpenCV 3</a:t>
            </a:r>
            <a:r>
              <a:rPr lang="en-US" altLang="zh-CN" b="1"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rPr>
              <a:t>》</a:t>
            </a:r>
            <a:r>
              <a:rPr lang="zh-CN" altLang="en-US" b="1"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rPr>
              <a:t>）</a:t>
            </a:r>
            <a:endParaRPr lang="en-US" altLang="zh-CN" b="1"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endParaRPr>
          </a:p>
          <a:p>
            <a:pPr marL="285750" indent="-285750">
              <a:lnSpc>
                <a:spcPct val="200000"/>
              </a:lnSpc>
              <a:buFont typeface="Arial" panose="020B0604020202020204" pitchFamily="34" charset="0"/>
              <a:buChar char="•"/>
            </a:pPr>
            <a:r>
              <a:rPr lang="zh-CN" altLang="en-US" b="1"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rPr>
              <a:t>以上两种技术不需要十分精通就能参加比赛！</a:t>
            </a:r>
            <a:br>
              <a:rPr lang="en-US" altLang="zh-CN" b="1"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rPr>
            </a:br>
            <a:r>
              <a:rPr lang="zh-CN" altLang="en-US" b="1"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rPr>
              <a:t>建议大家不一定要先从造轮子开始，我们最终的目的是完成比赛</a:t>
            </a:r>
            <a:endParaRPr lang="en-US" altLang="zh-CN" b="1" kern="100" dirty="0">
              <a:solidFill>
                <a:schemeClr val="accent1">
                  <a:lumMod val="75000"/>
                </a:schemeClr>
              </a:solidFill>
              <a:latin typeface="等线" panose="02010600030101010101" pitchFamily="2" charset="-122"/>
              <a:ea typeface="等线" panose="02010600030101010101" pitchFamily="2" charset="-122"/>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2515AB8F-1C56-49E9-90C8-78D22B0C1B97}" type="slidenum">
              <a:rPr lang="zh-CN" altLang="en-US" smtClean="0">
                <a:cs typeface="+mn-ea"/>
                <a:sym typeface="+mn-lt"/>
              </a:rPr>
            </a:fld>
            <a:endParaRPr lang="zh-CN" altLang="en-US">
              <a:cs typeface="+mn-ea"/>
              <a:sym typeface="+mn-lt"/>
            </a:endParaRPr>
          </a:p>
        </p:txBody>
      </p:sp>
      <p:sp>
        <p:nvSpPr>
          <p:cNvPr id="4" name="矩形: 圆角 3"/>
          <p:cNvSpPr/>
          <p:nvPr/>
        </p:nvSpPr>
        <p:spPr>
          <a:xfrm>
            <a:off x="1245932" y="1371601"/>
            <a:ext cx="9899297" cy="4114798"/>
          </a:xfrm>
          <a:prstGeom prst="roundRect">
            <a:avLst>
              <a:gd name="adj" fmla="val 2253"/>
            </a:avLst>
          </a:prstGeom>
          <a:solidFill>
            <a:schemeClr val="bg1"/>
          </a:solidFill>
          <a:ln>
            <a:noFill/>
          </a:ln>
          <a:effectLst>
            <a:outerShdw blurRad="127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8" name="标题 7"/>
          <p:cNvSpPr>
            <a:spLocks noGrp="1"/>
          </p:cNvSpPr>
          <p:nvPr>
            <p:ph type="title"/>
          </p:nvPr>
        </p:nvSpPr>
        <p:spPr>
          <a:xfrm>
            <a:off x="1091255" y="195302"/>
            <a:ext cx="8168208" cy="790865"/>
          </a:xfrm>
        </p:spPr>
        <p:txBody>
          <a:bodyPr>
            <a:normAutofit/>
          </a:bodyPr>
          <a:lstStyle/>
          <a:p>
            <a:r>
              <a:rPr lang="zh-CN" altLang="en-US" sz="4400" dirty="0"/>
              <a:t>加入我们吧！！</a:t>
            </a:r>
            <a:endParaRPr lang="zh-CN" altLang="en-US" sz="4400" dirty="0"/>
          </a:p>
        </p:txBody>
      </p:sp>
      <p:sp>
        <p:nvSpPr>
          <p:cNvPr id="12" name="文本框 11"/>
          <p:cNvSpPr txBox="1"/>
          <p:nvPr/>
        </p:nvSpPr>
        <p:spPr>
          <a:xfrm>
            <a:off x="6018831" y="2251406"/>
            <a:ext cx="4352085" cy="1966051"/>
          </a:xfrm>
          <a:prstGeom prst="rect">
            <a:avLst/>
          </a:prstGeom>
          <a:noFill/>
        </p:spPr>
        <p:txBody>
          <a:bodyPr wrap="square">
            <a:spAutoFit/>
          </a:bodyPr>
          <a:lstStyle/>
          <a:p>
            <a:pPr>
              <a:lnSpc>
                <a:spcPct val="130000"/>
              </a:lnSpc>
            </a:pPr>
            <a:r>
              <a:rPr lang="zh-CN" altLang="en-US" sz="2400" dirty="0">
                <a:solidFill>
                  <a:schemeClr val="accent1"/>
                </a:solidFill>
                <a:cs typeface="+mn-ea"/>
              </a:rPr>
              <a:t>       如果你喜欢</a:t>
            </a:r>
            <a:r>
              <a:rPr lang="zh-CN" altLang="zh-CN" sz="2400" b="1" dirty="0">
                <a:solidFill>
                  <a:schemeClr val="accent1"/>
                </a:solidFill>
                <a:cs typeface="+mn-ea"/>
              </a:rPr>
              <a:t>机械结构、机器视觉、运动控制</a:t>
            </a:r>
            <a:r>
              <a:rPr lang="zh-CN" altLang="en-US" sz="2400" b="1" dirty="0">
                <a:solidFill>
                  <a:schemeClr val="accent1"/>
                </a:solidFill>
                <a:cs typeface="+mn-ea"/>
              </a:rPr>
              <a:t>，</a:t>
            </a:r>
            <a:r>
              <a:rPr lang="zh-CN" altLang="en-US" sz="2400" dirty="0">
                <a:solidFill>
                  <a:schemeClr val="accent1"/>
                </a:solidFill>
                <a:cs typeface="+mn-ea"/>
              </a:rPr>
              <a:t>对</a:t>
            </a:r>
            <a:r>
              <a:rPr lang="zh-CN" altLang="en-US" sz="2400" b="1" dirty="0">
                <a:solidFill>
                  <a:schemeClr val="accent1"/>
                </a:solidFill>
                <a:cs typeface="+mn-ea"/>
              </a:rPr>
              <a:t>机器人</a:t>
            </a:r>
            <a:r>
              <a:rPr lang="zh-CN" altLang="en-US" sz="2400" dirty="0">
                <a:solidFill>
                  <a:schemeClr val="accent1"/>
                </a:solidFill>
                <a:cs typeface="+mn-ea"/>
              </a:rPr>
              <a:t>甚至对</a:t>
            </a:r>
            <a:r>
              <a:rPr lang="zh-CN" altLang="en-US" sz="2400" b="1" dirty="0">
                <a:solidFill>
                  <a:schemeClr val="accent1"/>
                </a:solidFill>
                <a:cs typeface="+mn-ea"/>
              </a:rPr>
              <a:t>足球</a:t>
            </a:r>
            <a:r>
              <a:rPr lang="zh-CN" altLang="en-US" sz="2400" dirty="0">
                <a:solidFill>
                  <a:schemeClr val="accent1"/>
                </a:solidFill>
                <a:cs typeface="+mn-ea"/>
              </a:rPr>
              <a:t>感兴趣</a:t>
            </a:r>
            <a:endParaRPr lang="zh-CN" altLang="en-US" sz="2400" dirty="0">
              <a:solidFill>
                <a:schemeClr val="accent1"/>
              </a:solidFill>
              <a:cs typeface="+mn-ea"/>
            </a:endParaRPr>
          </a:p>
          <a:p>
            <a:pPr>
              <a:lnSpc>
                <a:spcPct val="130000"/>
              </a:lnSpc>
            </a:pPr>
            <a:endParaRPr lang="en-US" altLang="zh-CN" sz="2400" dirty="0">
              <a:solidFill>
                <a:schemeClr val="accent1"/>
              </a:solidFill>
              <a:cs typeface="+mn-ea"/>
            </a:endParaRPr>
          </a:p>
        </p:txBody>
      </p:sp>
      <p:sp>
        <p:nvSpPr>
          <p:cNvPr id="13" name="文本框 12"/>
          <p:cNvSpPr txBox="1"/>
          <p:nvPr/>
        </p:nvSpPr>
        <p:spPr>
          <a:xfrm>
            <a:off x="6018831" y="3863124"/>
            <a:ext cx="4352085" cy="1477328"/>
          </a:xfrm>
          <a:prstGeom prst="rect">
            <a:avLst/>
          </a:prstGeom>
          <a:noFill/>
        </p:spPr>
        <p:txBody>
          <a:bodyPr wrap="square" rtlCol="0">
            <a:spAutoFit/>
          </a:bodyPr>
          <a:lstStyle/>
          <a:p>
            <a:r>
              <a:rPr lang="zh-CN" altLang="en-US" sz="2400" dirty="0">
                <a:solidFill>
                  <a:schemeClr val="accent1"/>
                </a:solidFill>
                <a:cs typeface="+mn-ea"/>
                <a:sym typeface="+mn-lt"/>
              </a:rPr>
              <a:t>       速速扫描二维码加群，组好队伍，填写报名表格就开始吧！！</a:t>
            </a:r>
            <a:endParaRPr lang="zh-CN" altLang="en-US" sz="2400" dirty="0">
              <a:solidFill>
                <a:schemeClr val="accent1"/>
              </a:solidFill>
              <a:cs typeface="+mn-ea"/>
              <a:sym typeface="+mn-lt"/>
            </a:endParaRPr>
          </a:p>
          <a:p>
            <a:endParaRPr kumimoji="1" lang="zh-CN" altLang="en-US" dirty="0"/>
          </a:p>
        </p:txBody>
      </p:sp>
      <p:pic>
        <p:nvPicPr>
          <p:cNvPr id="2" name="图片 1" descr="mmexport1783152017082"/>
          <p:cNvPicPr>
            <a:picLocks noChangeAspect="1"/>
          </p:cNvPicPr>
          <p:nvPr/>
        </p:nvPicPr>
        <p:blipFill>
          <a:blip r:embed="rId1"/>
          <a:srcRect l="15041" t="30500" r="10615" b="18981"/>
          <a:stretch>
            <a:fillRect/>
          </a:stretch>
        </p:blipFill>
        <p:spPr>
          <a:xfrm>
            <a:off x="276225" y="2130425"/>
            <a:ext cx="5742305" cy="259778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a:xfrm>
            <a:off x="4795736" y="2505360"/>
            <a:ext cx="7978032" cy="1847280"/>
          </a:xfrm>
        </p:spPr>
        <p:txBody>
          <a:bodyPr>
            <a:normAutofit/>
          </a:bodyPr>
          <a:lstStyle/>
          <a:p>
            <a:r>
              <a:rPr lang="zh-CN" altLang="en-US" sz="8800" dirty="0"/>
              <a:t>欢迎加入！</a:t>
            </a:r>
            <a:endParaRPr lang="zh-CN" altLang="en-US" sz="8800" dirty="0"/>
          </a:p>
        </p:txBody>
      </p:sp>
      <p:sp>
        <p:nvSpPr>
          <p:cNvPr id="13" name="矩形 12"/>
          <p:cNvSpPr/>
          <p:nvPr/>
        </p:nvSpPr>
        <p:spPr>
          <a:xfrm>
            <a:off x="4669280" y="4216943"/>
            <a:ext cx="5925590" cy="650875"/>
          </a:xfrm>
          <a:prstGeom prst="rect">
            <a:avLst/>
          </a:prstGeom>
        </p:spPr>
        <p:txBody>
          <a:bodyPr wrap="square" lIns="0" rIns="0">
            <a:spAutoFit/>
          </a:bodyPr>
          <a:lstStyle/>
          <a:p>
            <a:pPr algn="r">
              <a:lnSpc>
                <a:spcPct val="130000"/>
              </a:lnSpc>
            </a:pPr>
            <a:r>
              <a:rPr lang="en-US" altLang="zh-CN" sz="2800" dirty="0">
                <a:solidFill>
                  <a:schemeClr val="accent1"/>
                </a:solidFill>
                <a:cs typeface="+mn-ea"/>
                <a:sym typeface="+mn-lt"/>
              </a:rPr>
              <a:t>2026</a:t>
            </a:r>
            <a:r>
              <a:rPr lang="zh-CN" altLang="en-US" sz="2800" dirty="0">
                <a:solidFill>
                  <a:schemeClr val="accent1"/>
                </a:solidFill>
                <a:cs typeface="+mn-ea"/>
                <a:sym typeface="+mn-lt"/>
              </a:rPr>
              <a:t>东南大学</a:t>
            </a:r>
            <a:r>
              <a:rPr lang="en-US" altLang="zh-CN" sz="2800" dirty="0" err="1">
                <a:solidFill>
                  <a:schemeClr val="accent1"/>
                </a:solidFill>
                <a:cs typeface="+mn-ea"/>
                <a:sym typeface="+mn-lt"/>
              </a:rPr>
              <a:t>RoboCup-kidsize</a:t>
            </a:r>
            <a:r>
              <a:rPr lang="zh-CN" altLang="en-US" sz="2800" dirty="0">
                <a:solidFill>
                  <a:schemeClr val="accent1"/>
                </a:solidFill>
                <a:cs typeface="+mn-ea"/>
                <a:sym typeface="+mn-lt"/>
              </a:rPr>
              <a:t>校赛</a:t>
            </a:r>
            <a:endParaRPr lang="zh-CN" altLang="en-US" sz="2800" dirty="0">
              <a:solidFill>
                <a:schemeClr val="accent1"/>
              </a:solidFill>
              <a:cs typeface="+mn-ea"/>
              <a:sym typeface="+mn-lt"/>
            </a:endParaRPr>
          </a:p>
        </p:txBody>
      </p:sp>
      <p:cxnSp>
        <p:nvCxnSpPr>
          <p:cNvPr id="23" name="直接连接符 2"/>
          <p:cNvCxnSpPr/>
          <p:nvPr/>
        </p:nvCxnSpPr>
        <p:spPr>
          <a:xfrm>
            <a:off x="10716268" y="4216943"/>
            <a:ext cx="0" cy="597921"/>
          </a:xfrm>
          <a:prstGeom prst="line">
            <a:avLst/>
          </a:prstGeom>
          <a:ln w="50800" cmpd="thickThin"/>
        </p:spPr>
        <p:style>
          <a:lnRef idx="1">
            <a:schemeClr val="accent1"/>
          </a:lnRef>
          <a:fillRef idx="0">
            <a:schemeClr val="accent1"/>
          </a:fillRef>
          <a:effectRef idx="0">
            <a:schemeClr val="accent1"/>
          </a:effectRef>
          <a:fontRef idx="minor">
            <a:schemeClr val="tx1"/>
          </a:fontRef>
        </p:style>
      </p:cxnSp>
      <p:pic>
        <p:nvPicPr>
          <p:cNvPr id="4" name="图片 3" descr="C:/Users/Lenovo/Downloads/qrcode_1783149877135.jpgqrcode_1783149877135"/>
          <p:cNvPicPr>
            <a:picLocks noChangeAspect="1"/>
          </p:cNvPicPr>
          <p:nvPr/>
        </p:nvPicPr>
        <p:blipFill>
          <a:blip r:embed="rId1"/>
          <a:srcRect b="2"/>
          <a:stretch>
            <a:fillRect/>
          </a:stretch>
        </p:blipFill>
        <p:spPr>
          <a:xfrm>
            <a:off x="485029" y="-88241"/>
            <a:ext cx="3862137" cy="6858000"/>
          </a:xfrm>
          <a:prstGeom prst="rect">
            <a:avLst/>
          </a:prstGeom>
        </p:spPr>
      </p:pic>
    </p:spTree>
  </p:cSld>
  <p:clrMapOvr>
    <a:masterClrMapping/>
  </p:clrMapOvr>
</p:sld>
</file>

<file path=ppt/tags/tag1.xml><?xml version="1.0" encoding="utf-8"?>
<p:tagLst xmlns:p="http://schemas.openxmlformats.org/presentationml/2006/main">
  <p:tag name="ISLIDE.GUIDESSETTING" val="{&quot;Id&quot;:null,&quot;Name&quot;:&quot;正常&quot;,&quot;HeaderHeight&quot;:15.0,&quot;FooterHeight&quot;:9.0,&quot;SideMargin&quot;:5.5,&quot;TopMargin&quot;:0.0,&quot;BottomMargin&quot;:0.0,&quot;IntervalMargin&quot;:1.5,&quot;SettingType&quot;:&quot;System&quot;}"/>
</p:tagLst>
</file>

<file path=ppt/theme/theme1.xml><?xml version="1.0" encoding="utf-8"?>
<a:theme xmlns:a="http://schemas.openxmlformats.org/drawingml/2006/main" name="Office 主题​​">
  <a:themeElements>
    <a:clrScheme name="SEU">
      <a:dk1>
        <a:srgbClr val="000000"/>
      </a:dk1>
      <a:lt1>
        <a:srgbClr val="FFFFFF"/>
      </a:lt1>
      <a:dk2>
        <a:srgbClr val="44546A"/>
      </a:dk2>
      <a:lt2>
        <a:srgbClr val="E7E6E6"/>
      </a:lt2>
      <a:accent1>
        <a:srgbClr val="505122"/>
      </a:accent1>
      <a:accent2>
        <a:srgbClr val="FDCA04"/>
      </a:accent2>
      <a:accent3>
        <a:srgbClr val="00529D"/>
      </a:accent3>
      <a:accent4>
        <a:srgbClr val="B01417"/>
      </a:accent4>
      <a:accent5>
        <a:srgbClr val="7F7611"/>
      </a:accent5>
      <a:accent6>
        <a:srgbClr val="5D6B70"/>
      </a:accent6>
      <a:hlink>
        <a:srgbClr val="868A8C"/>
      </a:hlink>
      <a:folHlink>
        <a:srgbClr val="C2C6C8"/>
      </a:folHlink>
    </a:clrScheme>
    <a:fontScheme name="ncg3nh5f">
      <a:majorFont>
        <a:latin typeface="Microsoft YaHei"/>
        <a:ea typeface="Microsoft YaHei"/>
        <a:cs typeface=""/>
      </a:majorFont>
      <a:minorFont>
        <a:latin typeface="Microsoft YaHei"/>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1876</Words>
  <Application>WPS 演示</Application>
  <PresentationFormat>宽屏</PresentationFormat>
  <Paragraphs>136</Paragraphs>
  <Slides>15</Slides>
  <Notes>16</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15</vt:i4>
      </vt:variant>
    </vt:vector>
  </HeadingPairs>
  <TitlesOfParts>
    <vt:vector size="29" baseType="lpstr">
      <vt:lpstr>Arial</vt:lpstr>
      <vt:lpstr>宋体</vt:lpstr>
      <vt:lpstr>Wingdings</vt:lpstr>
      <vt:lpstr>微软雅黑</vt:lpstr>
      <vt:lpstr>Segoe UI</vt:lpstr>
      <vt:lpstr>PingFang SC</vt:lpstr>
      <vt:lpstr>Segoe Print</vt:lpstr>
      <vt:lpstr>等线</vt:lpstr>
      <vt:lpstr>Times New Roman</vt:lpstr>
      <vt:lpstr>黑体</vt:lpstr>
      <vt:lpstr>Arial Unicode MS</vt:lpstr>
      <vt:lpstr>PingFang SC</vt:lpstr>
      <vt:lpstr>Office 主题​​</vt:lpstr>
      <vt:lpstr>1_OfficePLUS</vt:lpstr>
      <vt:lpstr>PowerPoint 演示文稿</vt:lpstr>
      <vt:lpstr>RoboCup机器人世界杯</vt:lpstr>
      <vt:lpstr>RoboCup kidsize （类人组）</vt:lpstr>
      <vt:lpstr>RoboCup kidsize （类人组）</vt:lpstr>
      <vt:lpstr>东南大学robocup成绩</vt:lpstr>
      <vt:lpstr>RoboCup kidsize （类人组）</vt:lpstr>
      <vt:lpstr>东南大学robocup成绩</vt:lpstr>
      <vt:lpstr>RoboCup-kidsize校赛</vt:lpstr>
      <vt:lpstr>RoboCup kidsize校赛</vt:lpstr>
      <vt:lpstr>RoboCup kidsize校赛</vt:lpstr>
      <vt:lpstr>RoboCup kidsize校赛</vt:lpstr>
      <vt:lpstr>RoboCup kidsize校赛</vt:lpstr>
      <vt:lpstr>RoboCup kidsize校赛</vt:lpstr>
      <vt:lpstr>加入我们吧！！</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叶 丁</dc:creator>
  <cp:lastModifiedBy>YJX</cp:lastModifiedBy>
  <cp:revision>3002</cp:revision>
  <dcterms:created xsi:type="dcterms:W3CDTF">2018-12-16T05:38:00Z</dcterms:created>
  <dcterms:modified xsi:type="dcterms:W3CDTF">2026-07-04T08:07:56Z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Nuaxnuy@DESKTOP-GLORKB7</vt:lpwstr>
  </property>
  <property fmtid="{D5CDD505-2E9C-101B-9397-08002B2CF9AE}" pid="5" name="MSIP_Label_f42aa342-8706-4288-bd11-ebb85995028c_SetDate">
    <vt:lpwstr>2019-04-13T06:32:31.4153976Z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d5228a63-67d4-4fd6-959f-d3cab9a76c24</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ICV">
    <vt:lpwstr>0BB85DF9D38C48D3B38B1A32CF61EA9E_12</vt:lpwstr>
  </property>
  <property fmtid="{D5CDD505-2E9C-101B-9397-08002B2CF9AE}" pid="12" name="KSOProductBuildVer">
    <vt:lpwstr>2052-12.1.0.26895</vt:lpwstr>
  </property>
</Properties>
</file>